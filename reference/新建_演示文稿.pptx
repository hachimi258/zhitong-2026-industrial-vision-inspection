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4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24575,'104'9'0,"-71"-4"0,42 0 0,-21-4 0,-27 0 0,0-1 0,35-4 0,-54 3 0,-1-1 0,1 1 0,-1-1 0,0-1 0,0 1 0,0-1 0,0-1 0,0 1 0,0-1 0,-1 0 0,0-1 0,10-8 0,14-17-1365,-21 19-5461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24575,'4'85'0,"30"158"0,-2-20 0,16 166-656,22 66 1309,-45-251-650,-9-66-3,-7-79 0,1 86 0,-9-101 0,11 71 0,-8-91 0,-2 0 0,0 1 0,-2-1 0,0 1 0,-7 44 0,7-68 0,0 0 0,-1 0 0,1 0 0,0 0 0,0 1 0,-1-1 0,1 0 0,0 0 0,-1 0 0,1 0 0,-1 0 0,1 0 0,-1 0 0,0 0 0,1 0 0,-1 0 0,0 0 0,0-1 0,0 1 0,0 0 0,0 0 0,1-1 0,-1 1 0,0-1 0,-1 1 0,0 0 0,0-1 0,1-1 0,-1 1 0,1 0 0,0-1 0,-1 1 0,1-1 0,0 0 0,-1 0 0,1 1 0,0-1 0,0 0 0,-1 0 0,1 0 0,0 0 0,0 0 0,0 0 0,-1-2 0,-8-12 0,0 0 0,-13-26 0,17 30 0,-10-21-1365,9 18-5461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0 24575,'0'3'0,"1"26"0,-1-1 0,-1 1 0,-2 0 0,-1-1 0,-13 49 0,4-38 0,-3 8 0,-32 68 0,-1-8 0,-27 48 0,44-99-1365</inkml:trace>
  <inkml:trace contextRef="#ctx0" brushRef="#br0" timeOffset="1">294 476 24575,'3'0'0,"1"3"0,3 1 0,0 3 0,2 0 0,-1 2 0,2-1 0,2-1 0,1-2 0,3-2 0,0-2 0,2 0 0,-1-1 0,-2-3 0,-1-2 0,1-2 0,-4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5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24575,'98'-2'0,"105"4"0,-140 7 0,33 0 0,-91-9-136,-1 0-1,1 0 1,0 1-1,-1-1 1,1 1-1,0 0 1,-1 0-1,1 1 0,6 2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5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24575,'14'2'0,"0"0"0,-1 1 0,1 0 0,-1 1 0,13 6 0,22 5 0,305 49 0,-165-47 0,-74-10 0,120-8 0,-82-1 0,-124 2-64,-17 1-197,0 0 1,1-2 0,-1 1 0,18-4 0,-17 0-6566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5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0 24575,'18'177'0,"-19"500"0,19-443 0,-16-116 0,-5 105 0,3-221 0,0 1 0,0-1 0,0 0 0,0 0 0,-1 0 0,1 1 0,-1-1 0,1 0 0,-1 0 0,0 0 0,0 0 0,0 0 0,0 0 0,0 0 0,0 0 0,-1 0 0,1-1 0,0 1 0,-1-1 0,0 1 0,1-1 0,-1 1 0,0-1 0,0 0 0,0 1 0,0-1 0,0 0 0,0-1 0,0 1 0,0 0 0,0 0 0,0-1 0,0 0 0,0 1 0,-1-1 0,1 0 0,0 0 0,0 0 0,0 0 0,-1 0 0,-2-1 0,0 0 0,0-1 0,0 1 0,-1-1 0,1 0 0,1-1 0,-1 1 0,0-1 0,1 0 0,-1 0 0,1 0 0,0 0 0,0-1 0,0 0 0,0 0 0,1 0 0,-4-5 0,-2-5-66,-161-291-1233,163 289-5527</inkml:trace>
  <inkml:trace contextRef="#ctx0" brushRef="#br0" timeOffset="1">0 705 24575,'69'-9'0,"-59"6"0,0 1 0,0 0 0,0 1 0,0 0 0,0 1 0,0 0 0,0 0 0,16 3 0,265 77 0,-283-78-89,21 6-549,45 6 0,-68-13-6188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6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24575,'1'58'0,"12"80"0,-2-59 0,-3 1 0,-4 0 0,-7 103 0,3-181-105,0 0 0,0 0 0,-1 0 0,1 0 0,-1 0 0,0 0 0,1-1 0,-1 1 0,0 0 0,0-1 0,0 1 0,-1 1 0,-6 5-6721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6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24575,'0'2'0,"1"-1"0,0 0 0,0 1 0,0-1 0,0 0 0,0 0 0,0 0 0,1 0 0,-1 0 0,0 0 0,0 0 0,1 0 0,-1-1 0,0 1 0,1 0 0,-1-1 0,1 1 0,1-1 0,30 11 0,-11-5 0,-15-5 0,-1 0 0,1 0 0,-1 1 0,1 0 0,-1 0 0,0 1 0,1-1 0,-1 1 0,-1 1 0,1-1 0,0 1 0,-1 0 0,0 0 0,0 1 0,0-1 0,0 1 0,-1 0 0,0 1 0,5 6 0,21 49 0,-2 1 0,25 84 0,-24-63 0,-18-45 0,8 41 0,-3-12 0,-13-51 0,-1 0 0,0 0 0,-1 25 0,0-24 0,-1 1 0,2-1 0,4 18 0,-5-31 8,0 0 0,0 0 0,-1 0 0,1 1 0,-1-1 0,0 0 0,0 1 0,-1-1 0,1 0 0,-1 0 0,0 0 0,0 1 0,0-1 0,-3 5 0,3-6-73,-1-1 1,1 0-1,-1 0 1,0 1-1,0-1 1,0 0-1,0-1 0,0 1 1,-1 0-1,1-1 1,0 1-1,-1-1 1,1 0-1,-1 1 0,0-1 1,1-1-1,-1 1 1,0 0-1,0-1 1,1 1-1,-1-1 1,-4 0-1,-8 1-6761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7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1 24575,'-3'2'0,"0"0"0,-1 0 0,1 0 0,0 0 0,-1-1 0,0 1 0,1-1 0,-1 0 0,0 0 0,0 0 0,1 0 0,-8-1 0,-54 0 0,42 0 0,-137 18 0,142-17 0,-1 0 0,1 2 0,0 0 0,-28 9 0,45-10 0,1 0 0,-1 1 0,1-1 0,0 0 0,0 0 0,-1 1 0,1-1 0,1 0 0,-1 0 0,0 1 0,1-1 0,-1 0 0,1 0 0,-1 1 0,1-1 0,0 0 0,0 0 0,2 2 0,3 18 0,-2 31 0,-4 90 0,-2-55 0,2-79 0,-1-1 0,0 1 0,0-1 0,-1 0 0,0 1 0,0-1 0,-1 0 0,0 0 0,-5 9 0,-4 4 0,-29 36 0,25-35 0,13-18 0,0 0 0,1 1 0,0-1 0,0 0 0,0 1 0,1 0 0,-1 0 0,1-1 0,0 1 0,1 0 0,-1 0 0,1 0 0,0 0 0,0 0 0,0 0 0,1-1 0,0 1 0,0 0 0,2 7 0,4 8 0,1 0 0,0-1 0,15 24 0,-7-15 0,47 88 0,6-2 0,4-3 0,130 149 0,-168-223 0,2-2 0,1-2 0,2-1 0,1-3 0,1-1 0,1-1 0,81 34 0,-4-13-113,234 59 0,136-5-220,-286-63 285,-64-14 48,160 7 0,-221-23 178,-51-5-71,0-2 1,0 0-1,31-3 0,-58 1-107,0 0 0,-1 0 0,1 0 0,0 0 0,0 0 0,0 0 0,0 0 0,-1 0 0,1 0 0,0-1 0,0 1 0,0 0 0,-1-1 0,1 1 0,0 0 0,0-1 0,-1 1 0,1-1 0,0 1 0,-1-1 0,1 0 0,-1 1 0,1-1 0,-1 1 0,1-1 0,-1 0 0,1 0 0,-1 1 0,1-2 0,-1 0 0,0 1 0,0-1 0,-1 0 0,1 1 0,0-1 0,-1 1 0,0 0 0,1-1 0,-1 1 0,0-1 0,1 1 0,-1 0 0,0-1 0,-2-1 0,-51-48 0,44 42 0,-20-18-455,0 2 0,-54-36 0,70 53-6371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7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1 24575,'16'2'0,"0"0"0,0 1 0,0 1 0,-1 1 0,0 0 0,29 15 0,23 7 0,-20-12 0,-8-2 0,79 16 0,-55-14 0,-125-18 0,47 4 0,1-1 0,-1 0 0,-16-4 0,-17-7 0,-46-8 0,15 3 0,66 11 0,-1 2 0,1 0 0,-1 0 0,1 1 0,-1 1 0,0 0 0,1 1 0,-26 3 0,34-1 0,1 0 0,0 0 0,0 0 0,0 1 0,0 0 0,1 0 0,-1 0 0,1 0 0,-1 0 0,1 1 0,0-1 0,1 1 0,-1 0 0,0 0 0,1 0 0,0 0 0,0 1 0,0-1 0,-1 7 0,-3 9 0,0 0 0,1 0 0,-2 21 0,2-5 0,-2 15 0,-2 78 0,-2 19 0,4-87 0,-40 195 0,45-247 0,-89 307 0,75-270 0,2 1 0,1 0 0,3 1 0,2 0 0,-2 87 0,10-131 0,0 0 0,0 0 0,0 1 0,-1-1 0,1 0 0,-1 0 0,0 0 0,0 0 0,-1 0 0,-2 7 0,3-11 0,1 0 0,-1 0 0,1 0 0,-1 0 0,1 0 0,-1 0 0,1-1 0,-1 1 0,1 0 0,0 0 0,-1-1 0,1 1 0,-1 0 0,1-1 0,0 1 0,-1 0 0,1-1 0,0 1 0,-1 0 0,1-1 0,0 1 0,-1-1 0,1 1 0,0 0 0,0-1 0,0 1 0,0-1 0,-1 1 0,1-1 0,0 1 0,0-1 0,0 1 0,0-1 0,-8-19 0,-1-5 0,1 0 0,1 0 0,1-1 0,1 0 0,-3-47 0,-8-106 0,16 77-1365,0 86-5461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24575,'19'1'0,"0"0"0,0 2 0,0 0 0,0 1 0,-1 0 0,1 2 0,-1 0 0,-1 1 0,26 14 0,-38-16 0,0-1 0,0 1 0,-1 0 0,0 0 0,0 1 0,0-1 0,-1 1 0,0-1 0,0 1 0,2 7 0,2 3 0,-1 1 0,6 28 0,31 109 0,-36-101 0,-1 0 0,-3 1 0,-5 78 0,1-35 0,0-83 0,0 0 0,0-1 0,-1 0 0,-1 1 0,0-1 0,-1 0 0,0 0 0,-1-1 0,-10 18 0,12-24 0,0 0 0,0-1 0,-1 0 0,0 0 0,0 0 0,0 0 0,-1-1 0,1 0 0,-1 0 0,0 0 0,0 0 0,-1-1 0,1 1 0,-1-1 0,1-1 0,-1 1 0,0-1 0,0 0 0,0-1 0,0 1 0,-13 0 0,-176-3-1365,180 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18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24575,'-8'1'0,"0"0"0,1 0 0,-1 1 0,0 0 0,1 1 0,-1-1 0,1 1 0,-1 1 0,1 0 0,0 0 0,1 0 0,-1 1 0,1 0 0,-8 7 0,29-19-341,-1 0 0,1 1-1,24-6 1,-25 9-6485</inkml:trace>
  <inkml:trace contextRef="#ctx0" brushRef="#br0" timeOffset="1">204 35 24575,'4'1'0,"-1"0"0,1 1 0,-1 0 0,0 0 0,1 0 0,-1 0 0,0 0 0,0 1 0,-1-1 0,1 1 0,-1 0 0,1 0 0,2 4 0,11 10 0,93 85 0,-56-50 0,95 70 0,171 116 0,-232-182 0,95 47 0,-176-100 0,21 5 0,-24-8 0,0 1 0,0-1 0,0 1 0,0 0 0,0 0 0,-1 0 0,1 0 0,0 0 0,-1 1 0,5 3 0,-54-19 0,5-1-1365,32 10-5461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24575,'3'4'0,"0"-1"0,-1 1 0,1-1 0,0 0 0,1 0 0,-1 0 0,1-1 0,5 5 0,5 3 0,119 121 0,-131-129-90,14 16 312,-16-18-256,1 0 1,-1 1 0,0-1 0,0 1-1,0-1 1,0 1 0,1-1 0,-1 1-1,0-1 1,0 0 0,0 1 0,0-1-1,0 1 1,0-1 0,0 1-1,0-1 1,0 1 0,-1-1 0,1 1-1,0-1 1,0 1 0,0-1 0,0 0-1,-1 1 1,1-1 0,0 1 0,-1-1-1,1 0 1,0 1 0,0-1 0,-1 0-1,1 1 1,-1-1 0,1 0 0,0 1-1,-1-1 1,1 0 0,-1 0 0,1 0-1,0 1 1,-1-1 0,1 0-1,-1 0 1,0 0 0,-8 3-6793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4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24575,'-1'30'0,"1"0"0,2 0 0,1 0 0,1-1 0,13 46 0,-8-43 0,7 57 0,-11-57 0,17 62 0,-12-51-1365,-9-29-5461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24575,'495'0'0,"-355"19"0,-90-17 0,60 9 0,-60-7 0,-39-4 0,0 0 0,0 1 0,0 0 0,0 1 0,0 1 0,0-1 0,17 8 0,-27-9 0,0-1 0,0 1 0,0 0 0,0 0 0,0 0 0,0-1 0,0 1 0,0 0 0,-1 0 0,1 0 0,0 0 0,0 1 0,-1-1 0,1 0 0,-1 0 0,1 0 0,-1 0 0,0 1 0,1-1 0,-1 0 0,0 0 0,0 3 0,-7 33 0,3-27 0,-1 0 0,-1 0 0,1 0 0,-12 14 0,8-13 0,-8 10 0,-1 0 0,0-1 0,-1-1 0,-1-1 0,-30 21 0,-100 51 0,-283 122 0,411-202-1365,3 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4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1 405 24575,'0'-1'0,"1"1"0,-1-1 0,1 0 0,-1 0 0,1 0 0,-1 1 0,1-1 0,-1 0 0,1 1 0,0-1 0,-1 0 0,1 1 0,0-1 0,-1 1 0,1-1 0,0 1 0,0 0 0,0-1 0,0 1 0,-1 0 0,1-1 0,0 1 0,0 0 0,0 0 0,1 0 0,33-6 0,-21 4 0,42-9 0,103-9 0,-65 16 0,89-6 0,-21-5 0,-83 9 0,0-2 0,0-4 0,86-25 0,-87 15 0,-53 17 0,-1-1 0,0-1 0,-1-2 0,1 0 0,-2-1 0,23-14 0,-36 16-1365,-1 1-5461</inkml:trace>
  <inkml:trace contextRef="#ctx0" brushRef="#br0" timeOffset="1">512 0 24575,'-2'3'0,"0"0"0,0 0 0,0 1 0,0-1 0,1 0 0,-1 1 0,1-1 0,0 1 0,0 0 0,0-1 0,0 1 0,1 0 0,-1 4 0,1 57 0,1-42 0,-3 21 0,1-31 0,0 0 0,1 0 0,0-1 0,1 1 0,0 0 0,6 22 0,-7-33 4,1-1 0,0 1 0,0-1 0,0 0 0,0 1 0,0-1 0,0 0 0,1 0 1,-1 0-1,0 0 0,1 0 0,-1 0 0,0 0 0,1 0 0,-1 0 0,1 0 0,0-1 0,-1 1 0,1-1 0,-1 1 0,1-1 0,1 0 0,40 2-817,-35-3 168,7 1-6181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5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0 24575,'0'637'0,"-1"-628"0,0 1 0,-1-1 0,1 0 0,-2 1 0,1-1 0,-2 0 0,1 0 0,-1 0 0,0-1 0,-1 1 0,0-1 0,0 0 0,-1-1 0,0 1 0,0-1 0,-1 0 0,0-1 0,-10 9 0,-1-2 0,1-1 0,-1 0 0,-1-1 0,0-1 0,-1-1 0,0-1 0,-25 7 0,11-7-273,-1-1 0,0-2 0,0-2 0,-55-1 0,75-2-6553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24575,'45'0'0,"0"2"0,46 9 0,-40-5 0,1-3 0,84-5 0,-32-1 0,520 3 0,-607-1-227,0 0-1,0-1 1,0-1-1,0 0 1,17-7-1,-23 5-6598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6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1 230 24575,'80'2'0,"88"-4"0,-45-17 0,89-16 0,-190 31 0,0 0 0,34-13 0,3 0 0,27-9 0,134-58 0,-211 79 0,1 1 0,0 1 0,0 0 0,0 0 0,1 1 0,-1 0 0,1 1 0,-1 0 0,14 1 0,84 1-1365,-93-1-5461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7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1 24575,'-30'32'0,"1"2"0,2 1 0,-27 47 0,-44 56 0,33-67 0,-87 74 0,119-115 0,-44 38 0,77-67-44,0-1 0,0 0 0,-1 1 0,1-1 0,0 0 0,-1 1 0,1-1 0,-1 0 0,1 0 0,0 0 0,-1 1 0,1-1 0,-1 0 0,1 0 0,0 0 0,-1 0 0,1 0 0,-1 0-1,1 0 1,-1 0 0,1 0 0,0 0 0,-1 0 0,1 0 0,-1 0 0,1 0 0,-1 0 0,1 0 0,0 0 0,-1-1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7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24575,'3'0'0,"1"3"0,2 1 0,4-1 0,0 3 0,2 3 0,1 4 0,1-2 0,-1 2 0,0-3 0,1-2 0,-2 0 0,-1-1 0,-1 1 0,0 0 0,-4-2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24575,'1'13'0,"0"1"0,1 0 0,0-1 0,1 1 0,1-1 0,9 23 0,43 76 0,-28-59 0,-7-11 0,46 67 0,-67-109 2,0-1-1,0 1 1,0 0-1,0-1 0,0 1 1,0 0-1,0-1 1,0 1-1,0 0 1,0 0-1,0-1 1,0 1-1,1 0 1,-1-1-1,0 1 0,0 0 1,0 0-1,1-1 1,-1 1-1,0 0 1,0 0-1,0-1 1,1 1-1,-1 0 0,0 0 1,1 0-1,-1-1 1,0 1-1,0 0 1,1 0-1,-1 0 1,0 0-1,1 0 1,-1 0-1,0 0 0,1 0 1,-1 0-1,0 0 1,1 0-1,-1 0 1,0 0-1,1 0 1,-1 0-1,0 0 0,1 0 1,-1 0-1,0 0 1,0 0-1,1 1 1,-1-1-1,0 0 1,1 0-1,-1 0 1,0 0-1,0 1 0,1-1 1,-1 0-1,0 0 1,0 1-1,0-1 1,1 0-1,-1 0 1,0 1-1,1-34-818,-1 30 176,0-13-6185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8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24575,'54'0'0,"-23"-2"0,1 2 0,-1 2 0,58 9 0,-35 1 0,3 1 0,95 34 0,-142-43 0,0 2 0,-1 0 0,0 0 0,0 0 0,-1 1 0,1 1 0,-2-1 0,1 1 0,-1 1 0,11 14 0,5 14 0,26 52 0,-33-59 0,-5-8 0,-1 1 0,-1 0 0,0 1 0,-2 0 0,-1 0 0,-1 1 0,-1-1 0,-1 1 0,-1 0 0,-2 43 0,-1-64 4,1 0 1,-1-1-1,0 1 0,1 0 0,-2 0 0,1 0 0,0-1 0,-1 1 0,0-1 1,0 1-1,0-1 0,0 1 0,0-1 0,-1 0 0,1 0 0,-1 0 0,0-1 1,0 1-1,0-1 0,0 1 0,-1-1 0,1 0 0,0 0 0,-1-1 0,0 1 1,1-1-1,-1 1 0,-4 0 0,1-1-103,0 0 0,0 0 0,0 0 0,-1-1 0,1 0 0,0-1 0,0 0 0,0 0 0,0 0 0,0-1 0,0 0 0,0 0 0,1-1 0,-11-5 0,5 1-6727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8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1 24575,'-1'5'0,"0"0"0,-1 0 0,1 1 0,-1-1 0,-1 0 0,-2 6 0,-5 9 0,0 15 0,1 1 0,-8 57 0,-4 24 0,11-79 0,-1-1 0,-2 0 0,-2 0 0,-1-2 0,-2 0 0,-1-1 0,-2 0 0,-1-2 0,-38 44 0,50-65 0,-1-1 0,0 0 0,0 0 0,-1-1 0,0 0 0,-1-1 0,-16 8 0,28-16-23,1 1 0,0-1 0,-1 0 0,1 0 0,-1 1-1,1-1 1,-1 0 0,1 0 0,-1 0 0,1 0 0,-1 0 0,1 0-1,-1 0 1,1 0 0,-1 0 0,1 0 0,-1 0 0,1 0 0,-1 0-1,1 0 1,-1-1 0,1 1 0,-1 0 0,1 0 0,-1-1 0,1 1-1,0 0 1,-1 0 0,1-1 0,-1 1 0,1 0 0,0-1 0,-1 1-1,1-1 1,0 1 0,0 0 0,-1-1 0,1 1 0,0-1 0,0 1 0,-1-1-1,1 1 1,0-1 0,0 1 0,0-1 0,0 1 0,0-1 0,0 1-1,0-1 1,0 1 0,0-1 0,0 1 0,0-1 0,0 1 0,0-1-1,1 1 1,-1-1 0,0 0 0,1-9-6803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24575,'7'1'0,"1"1"0,-1 0 0,0 0 0,0 1 0,8 4 0,3 0 0,219 106 0,-38-14 0,-188-95 0,10 6 0,0-2 0,1 0 0,43 8 0,-78-26-1365,7 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9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24575,'0'512'0,"-3"-480"-1365,-1-21-5461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9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24575,'31'-1'0,"-10"0"0,0 1 0,0 1 0,0 1 0,37 8 0,-52-8 0,0 0 0,0 0 0,0 1 0,-1 0 0,1 0 0,-1 0 0,0 1 0,0-1 0,0 1 0,0 0 0,-1 1 0,1-1 0,-1 1 0,-1 0 0,1 0 0,0 0 0,-1 0 0,0 1 0,-1 0 0,5 10 0,12 41 0,19 97 0,19 93 0,-38-150 0,-4 0 0,-3 1 0,-3 123 0,-8-190 0,0-21 0,0 0 0,-1 0 0,0 0 0,-1 1 0,-2 11 0,2-19 0,1-1 0,-1 0 0,0 0 0,0 0 0,0 0 0,0-1 0,0 1 0,0 0 0,0 0 0,-1-1 0,1 1 0,0 0 0,-1-1 0,0 1 0,1-1 0,-1 0 0,0 0 0,0 0 0,1 0 0,-1 0 0,0 0 0,0 0 0,0 0 0,0-1 0,-1 1 0,1-1 0,0 1 0,0-1 0,-4 0 0,-83-2-1365,73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39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24575,'138'-2'0,"148"5"0,-267 1 0,-28 2 0,-45 5 0,36-8 0,-62 15-1365,65-14-5461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0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24575,'3'0'0,"-2"0"0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0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1 24575,'1'0'0,"0"1"0,0-1 0,0 1 0,0-1 0,0 1 0,-1 0 0,1-1 0,0 1 0,0 0 0,-1 0 0,1 0 0,0-1 0,-1 1 0,1 0 0,-1 0 0,1 0 0,-1 0 0,1 0 0,-1 0 0,0 0 0,1 0 0,-1 0 0,0 0 0,0 1 0,0-1 0,0 0 0,0 1 0,3 37 0,-3-35 0,0 16 0,0 1 0,-1-1 0,-1 0 0,-1 0 0,-1 0 0,-12 35 0,14-47 0,-1 0 0,-1-1 0,0 0 0,0 1 0,0-1 0,-1-1 0,0 1 0,0-1 0,-1 1 0,0-2 0,0 1 0,0-1 0,-1 1 0,1-2 0,-1 1 0,-1-1 0,1 0 0,0-1 0,-14 5 0,-6-2 0,1-1 0,-1-1 0,0-1 0,-37-1 0,-23 2 0,87-4 0,-1 0 0,1 0 0,-1 0 0,1 0 0,-1 0 0,1 0 0,-1 0 0,1 0 0,-1 0 0,1 0 0,-1 1 0,1-1 0,-1 0 0,1 0 0,-1 0 0,1 1 0,0-1 0,-1 0 0,1 1 0,-1-1 0,1 0 0,0 1 0,-1-1 0,1 1 0,0-1 0,-1 1 0,1-1 0,0 0 0,0 1 0,-1-1 0,1 1 0,0-1 0,0 1 0,0-1 0,0 1 0,0-1 0,0 1 0,0-1 0,0 2 0,12 23 0,28 20 0,-40-45 0,11 10 0,4 7 0,0-2 0,2 0 0,-1-1 0,2-1 0,0 0 0,0-1 0,2-2 0,23 11 0,201 62 0,303 65 0,-54-16 0,0 39 0,-233-53 0,-247-108 0,-18-6 0,-25-10 0,9-4-113,3 2-44,2 0 1,-1-1-1,1 0 1,0-1-1,1-1 1,1-1-1,-23-21 1,26 20-6670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0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 24575,'187'18'0,"-243"-20"0,-103 1 0,143 2 0,-1 1 0,1 0 0,0 1 0,0 1 0,1 1 0,-1 0 0,-22 11 0,32-12 0,-1 0 0,2 0 0,-1 1 0,1 0 0,-1 0 0,1 0 0,1 1 0,-1 0 0,1 0 0,0 0 0,0 0 0,1 1 0,-4 8 0,-3 12 0,1 0 0,-6 31 0,4-17 0,6-16 0,-4 51 0,3-25 0,-16 196 0,14-175 0,3-33 0,1 40 0,-14 137 0,16-93 0,5 106 0,2-210 0,0-27 0,3-34 0,-9-6 0,-10-69 0,3 46 0,-8-34-1365,16 90-5461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24575,'109'-2'0,"118"4"0,-223-1 0,0 0 0,1 0 0,-1 0 0,0 0 0,0 1 0,0 0 0,0-1 0,0 2 0,0-1 0,0 0 0,-1 1 0,1-1 0,-1 1 0,0 0 0,1 0 0,-1 1 0,-1-1 0,1 1 0,0-1 0,-1 1 0,4 7 0,2 7 0,0 1 0,-2 0 0,8 33 0,-2-8 0,-9-35 0,86 311 0,-77-249 0,-4 1 0,-2 0 0,-6 96 0,-1-86 0,1-74 0,0-1 0,-1 1 0,0-1 0,0 1 0,-1-1 0,0 0 0,0 0 0,-1 0 0,0 0 0,0 0 0,0 0 0,-1-1 0,0 1 0,-1-1 0,1 0 0,-1-1 0,0 1 0,-1-1 0,1 0 0,-1 0 0,-9 6 0,4-5 0,-1 1 0,0-2 0,0 1 0,0-2 0,0 0 0,-1 0 0,0-1 0,0-1 0,0 0 0,0 0 0,-18-1 0,16-1-120,10 0 25,-1 1-1,1-1 0,-1-1 0,1 1 0,-1-1 1,1 1-1,-1-1 0,1-1 0,0 1 0,0-1 1,0 0-1,-9-5 0,6 0-6730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1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24575,'-2'1'0,"0"-1"0,0 1 0,0-1 0,0 1 0,0 0 0,0 0 0,0 0 0,1 0 0,-1 0 0,0 0 0,1 0 0,-1 0 0,1 1 0,-1-1 0,1 1 0,-1-1 0,1 1 0,-2 2 0,-20 37 0,20-34 0,-8 13 30,0 0 0,-1-1 0,-16 19 0,24-33-136,-1 1 0,0-1 0,0 0 0,0 0 0,-1-1 0,0 0-1,0 0 1,0 0 0,0 0 0,-1-1 0,1 0 0,-1-1 0,-12 4 0,6-4-6720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1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24575,'4'1'0,"-1"1"0,1-1 0,-1 1 0,0 0 0,0 0 0,1 0 0,-1 0 0,0 0 0,-1 1 0,4 3 0,11 8 0,19 7 0,0-1 0,1-2 0,0-2 0,2-1 0,58 14 0,-97-28-65,1-1 0,0 0 0,-1 0 0,1 0 0,0 0 0,-1 0 0,1 1 0,0-1 0,-1 0 0,1 1 0,0-1 0,-1 0 0,1 1 0,0-1 0,-1 1 0,1-1 0,-1 1 0,1-1 0,-1 1 0,1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4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24575,'2'6'0,"-1"0"0,1 0 0,0 0 0,0 0 0,1-1 0,4 8 0,3 8 0,84 193 0,-21-54 0,-38-63 0,31 132 0,-30-94 0,-11-29 0,11 109 0,-13-63 0,-16-93 0,-3-1 0,-6 100 0,0-45 0,3-33 0,-3 86 0,2-165 0,1-1 0,-1 1 0,0 0 0,0-1 0,0 1 0,0-1 0,0 1 0,0 0 0,0-1 0,0 1 0,0-1 0,0 1 0,0-1 0,-1 1 0,1-1 0,0 1 0,0 0 0,0-1 0,-1 1 0,1-1 0,0 1 0,-1-1 0,1 1 0,0-1 0,-1 0 0,1 1 0,-1-1 0,1 1 0,0-1 0,-1 0 0,1 1 0,-1-1 0,1 0 0,-1 0 0,0 1 0,1-1 0,-1 0 0,1 0 0,-2 0 0,-17-18 0,-14-40 0,12 20 26,14 26-374,1 0 0,0 1 1,-6-20-1,7 12-6478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5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24575,'191'-1'0,"202"3"0,-126 16-760,288 48-619,-350-34 1136,149 20 243,473 59 0,-322-53-373,94 9-108,-393-45 366,216 11 2,-203-16 3577,11 0-3464,-27 1 0,-137-14 0,69 12 0,-11-1 0,89 8 0,108 8 0,-231-23 0,60 1 0,-8 2 0,-70-4 0,132 11 0,63 16-412,-96-9 203,533 74-904,-140-25 731,-500-66 716,-45-8-136,0 2 0,0 0 0,0 1 0,-1 1 0,1 1 0,-1 0 0,0 1 0,26 14 0,-40-17-198,-1 0 0,0 0 0,0 0 0,0 1 0,-1-1 0,1 1 0,-1 0 0,0-1 0,0 1 0,0 0 0,-1 0 0,3 8 0,12 59 0,-11-43 0,0-7 0,11 45 0,-3 1 0,-2 0 0,1 83 0,-2-16 0,-3-56 0,-5-53 0,14 317 0,-17 526 0,0-850 0,0 1 0,-2-1 0,0 0 0,-1 0 0,-12 34 0,-45 85 0,32-76 0,-61 106 0,46-90 0,32-57-227,-1-1-1,0-1 1,-2 0-1,0-1 1,-23 21-1,25-27-6598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5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24575,'218'-1'-1,"231"3"-755,-292 6 73,77 2-1822,362 16 168,-167-3-71,2062 110 712,-2220-116 1696,604 45 0,353 35 0,-111-49-857,-782-47 710,254-4 2407,-297-21-680,-98-4 3025,-189 28-4338,1-1-1,0 0 1,-1 0 0,1-1-1,-1 0 1,1 0 0,-1 0-1,0-1 1,9-5 0,-13 1-187,-12 3 1,-18 0 30,25 4-105,-267-16-6,234 18-273,-1 1 0,1 1 0,0 3 0,-42 12 0,57-13-6553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6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24575,'0'12'0,"13"308"0,-2-240 0,59 403 0,-40-215-674,-19-141 717,27 261-43,-12-124 0,3 57 0,-14-106 631,-10-153-631,-2-1 0,-8 90 0,5-150 0,0 0 0,1-1 0,-1 1 0,0 0 0,0 0 0,0-1 0,0 1 0,0 0 0,0 0 0,0-1 0,-1 1 0,1 0 0,0 0 0,0-1 0,-1 1 0,1 0 0,0 0 0,-1-1 0,1 1 0,-1 0 0,1-1 0,-1 1 0,1-1 0,-1 1 0,1-1 0,-1 1 0,1-1 0,-1 1 0,0-1 0,1 1 0,-1-1 0,0 0 0,0 1 0,1-1 0,-2 0 0,0 0 0,1-1 0,-1 0 0,0 0 0,0 0 0,1 0 0,-1 0 0,1 0 0,-1 0 0,1-1 0,-1 1 0,1 0 0,0-1 0,-2-1 0,-35-57 0,21 9-1365,12 36-5461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6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24575,'111'-22'-2825,"148"-12"-1,-190 27 2532,775-50-25,-207 52 319,-366 7 0,904 78-1216,-1030-65 1173,1039 133-250,-325-23-1173,-277-55 2362,-369-46-385,6-3 2563,-117-12 818,-63-8-3377,-30-1-436,0 0 0,1 0 0,-1 1-1,15 3 1,-23-4-79,0 1 0,0-1 0,0 1 0,0 0 0,-1-1 0,1 1 0,0 0 0,-1 0 0,1 0 0,0 0 0,-1 0 0,1-1 0,-1 1 0,1 0 0,-1 0 0,0 0 0,1 0 0,-1 0 0,0 1 0,0-1 0,0 0 0,1 0 0,-1 0 0,0 0 0,-1 0 0,1 2 0,-4 37 0,1-24 0,-1 439 0,6-244 0,-13 118-733,3-145 429,-9 137 304,-55 400 0,67-680 0,-94 527-424,83-503 789,-40 103 1,43-137-245,-1 0 1,-2-1 0,-1-1 0,-1 0-1,-26 31 1,35-51-122,0 0 0,0 0 0,-1-1 0,0 0 0,0-1 0,-1 0 0,0 0 0,0-1 0,-1-1 0,0 0 0,0-1 0,0 0 0,0 0 0,-1-2 0,1 1 0,-1-2 0,0 0 0,1 0 0,-22-2 0,5 1 23,-28 0-370,-1-2 0,0-3 0,-95-20 0,125 17-6479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7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24575,'324'-19'-142,"356"2"-4079,171 4-626,-420 0 4522,476-19-846,689-16 1171,-1285 47-192,451 3-462,-287 16 1525,-297-11-293,159 3 5331,-237-10-1715,-141 3-4194,0 2 0,0 1 0,-61 19 0,46-11 0,4 0-1365,28-6-5461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7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24575,'0'6'0,"1"-1"0,0 0 0,1 0 0,-1 0 0,1 0 0,0 0 0,5 8 0,8 25 0,25 247 0,-21-171 0,-3-35 0,-10-47 0,3-1 0,0 0 0,16 33 0,-4-9 0,4 2 0,1-1 0,38 57 0,-9-16 0,-43-68 0,-14-22 0,-13-16 0,7 1 10,1-1 0,-1 1 0,1-1 0,1 0 0,0-1 0,0 0 0,1 0 0,0 0 0,0 0 0,1-1 0,-3-12 0,1-4-381,1 0-1,0 0 1,0-40 0,5 49-6455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7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0 371 24575,'87'-4'-936,"162"-30"0,-87 9-88,246-38 55,-61 8-304,-181 32 989,400-53-1575,893-15 1260,-1336 91 602,370 7-9,-1 32 39,347 112 82,-275-43-80,120-30 883,-336-58 923,-114-3 1299,-183-16-1967,-41-2-1083,0 1 0,0 0-1,0 1 1,0 0 0,0 0 0,12 4-1,-20-4-89,0 0 0,-1 0 0,1 0 0,-1 0 0,1 0 0,-1 1 0,1-1 0,-1 0 0,0 1 0,0-1 0,1 1 0,-1 0 0,0-1 0,0 1 0,-1 0 0,1-1 0,0 1 0,-1 0 0,1 0 0,-1 0 0,1 0 0,-1 0 0,0-1 0,0 1 0,0 0 0,0 0 0,0 3 0,-12 62 0,6-44 0,-3 83 0,8-75 0,-2-1 0,-8 41 0,1-28-8,-98 351-94,95-355-182,-19 56 150,-68 141 0,45-130 134,-8 20 0,-152 224 0,130-239 0,-167 165 0,179-208 0,-3-2 0,-3-4 0,-97 57 0,-162 58 0,337-177 0,-86 39 0,-1-5 0,-119 30 0,170-53-1255,4 0-5019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8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1 330 24575,'178'0'-797,"817"-23"-5520,-136-31 4597,169-24 356,46-4 724,-230 22 1492,-465 41 2865,-274 19-2733,27-2 3914,-118-1-4678,-12-2 71,-3 4-369,0 1 0,0-1-1,0 1 1,0-1-1,0 1 1,0 0 0,0-1-1,-1 1 1,1 0-1,0 0 1,0 0 0,0 0-1,-1 0 1,1 0-1,0 0 1,0 1 0,0-1-1,-3 1 1,-7 2-6748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8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24575,'3'37'0,"1"-1"0,2 1 0,2-1 0,1-1 0,2 1 0,1-2 0,2 0 0,22 41 0,-9-16 0,-3 1 0,26 97 0,-14 2 0,-33-141 0,0 0 0,0 30 0,6 34 0,-8-78 15,-1 0 0,1 0 0,0 0 0,-1 0 0,0 0 0,0 0 0,-1 8 0,1-11-57,-1 0-1,1 0 1,0 0-1,-1 0 1,1 0-1,-1 0 1,1 0 0,-1 0-1,1 0 1,-1 0-1,0 0 1,1-1-1,-1 1 1,0 0 0,0 0-1,0-1 1,0 1-1,0-1 1,1 1-1,-1-1 1,0 1 0,0-1-1,0 1 1,0-1-1,0 0 1,-1 1-1,1-1 1,0 0 0,0 0-1,0 0 1,0 0-1,0 0 1,0 0-1,-1 0 1,-12-2-6784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9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24575,'355'18'-96,"-45"0"-385,47-6 282,254-5-1921,-343-10 1614,143 13-1332,15-1-96,446 8 1675,-777-17-166,1013 14-1560,-610-11 2450,-43-2 538,-290 7-435,103 1 611,168-9 5449,-434 0-6628,0-1 0,-1 1 0,1 0 0,0 0 0,0 0 0,0 1 0,0-1 0,0 0 0,-1 1 0,1-1 0,0 1 0,0-1 0,-1 1 0,1 0 0,0 0 0,-1 0 0,1 0 0,-1 0 0,1 0 0,-1 0 0,1 0 0,-1 1 0,0-1 0,0 1 0,0-1 0,2 4 0,-2-1 0,0-1 0,-1 1 0,1 0 0,-1 0 0,0 0 0,0 0 0,0 0 0,-1-1 0,1 1 0,-1 0 0,0 0 0,-2 4 0,-4 24 0,-5 50 0,7-42 0,-30 207 0,-24 57 0,15-90 0,6-9 0,29-148 0,-2 0 0,-2-1 0,-3 0 0,-23 54 0,22-70 0,-2-2 0,-1 0 0,-2-1 0,-1-1 0,-2-2 0,-2 0 0,-58 57 0,56-68-124,-1 0 0,-1-2 0,-1-2 0,-1 0 0,-1-3 0,0 0-1,-2-2 1,1-2 0,-1-2 0,-48 9 0,60-16-6702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9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24575,'49'-3'4,"0"-2"0,90-21 0,29-4-138,677-12-1790,-298 24 1924,-266 17 0,234 3 0,32 33-326,-315-17 117,102 18 2790,-332-36-2661,0 0 0,0 0-1,0 0 1,0 1 0,0-1-1,0 0 1,0 1 0,0 0-1,0-1 1,-1 1 0,1 0 0,0 0-1,0 0 1,-1 0 0,1 0-1,2 3 1,0 3-6746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49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24575,'4'1'0,"-1"-1"0,1 0 0,-1 1 0,1 0 0,-1 0 0,1 0 0,-1 0 0,0 1 0,0-1 0,1 1 0,-1 0 0,0 0 0,-1 0 0,1 0 0,0 1 0,-1-1 0,1 1 0,-1-1 0,1 1 0,-1 0 0,0 0 0,-1 0 0,1 0 0,0 0 0,1 4 0,4 11 0,-1 0 0,0 1 0,5 29 0,-2-10 0,7 23 0,21 65 0,-30-102 0,-1 0 0,-1 0 0,-1 1 0,1 42 0,-3-31 0,6 23 0,1 23 0,9 60 0,-7-49 0,-4-45 0,0-19 0,3 16 0,-9-43 0,-1 0 0,0 0 0,1-1 0,-1 1 0,0 0 0,-1 0 0,1 0 0,0-1 0,0 1 0,-1 0 0,1 0 0,-1-1 0,1 1 0,-1 0 0,0-1 0,0 1 0,0 0 0,-1 1 0,1-2 0,-1-1 0,1 1 0,0-1 0,0 0 0,-1 1 0,1-1 0,0 0 0,-1 0 0,1 0 0,0 0 0,0 0 0,-1 0 0,1-1 0,0 1 0,0 0 0,-1-1 0,1 1 0,0-1 0,0 1 0,0-1 0,-1 1 0,1-1 0,0 0 0,0 0 0,-2-1 0,-28-23 0,30 24 0,-44-41-1365,35 33-5461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50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1 586 24575,'108'-16'0,"217"-14"-1266,-108 8 578,897-113-1749,-370 38 1107,668-26 1330,-1054 100-318,176-9-265,-101 2 595,-154 8-6,-23 3 936,-52 2 3822,-150 8-4358,-45 6-361,0 1-1,0 0 1,0 1 0,0-1 0,1 2-1,-1-1 1,0 2 0,0-1 0,1 1-1,14 3 1,-22-3-45,-1 0 0,1 0 0,-1 0 0,1 0 0,-1 0 0,0 1 0,1-1 0,-1 0 0,0 1 0,0-1 0,0 1 0,0-1 0,0 1 0,0 0 0,0-1 0,0 1 0,-1 0 0,1 0 0,-1-1 0,1 1 0,-1 0 0,0 0 0,0 0 0,0 0 0,0-1 0,0 1 0,0 2 0,-12 60 0,5-34 0,-9 116 0,-35 220 0,44-311 0,-52 279 0,7-68 0,3-16 0,36-196 0,2 0 0,-2-2 0,-3 1 0,-2-2 0,-39 80 0,50-119 0,-1 0 0,0-1 0,0 0 0,-1 0 0,-1-1 0,0 0 0,0-1 0,-1 0 0,0 0 0,0-1 0,-1-1 0,0 0 0,-1-1 0,1 0 0,-1 0 0,0-2 0,-1 0 0,1 0 0,-1-1 0,0-1 0,1 0 0,-21 0 0,-110 14-1365,124-16-5461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50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0 408 24575,'12'-2'0,"-1"0"0,0-1 0,-1 0 0,1-1 0,0 0 0,-1 0 0,0-1 0,0-1 0,0 0 0,-1 0 0,0-1 0,10-8 0,32-21 0,10 3-72,1 2 0,1 3 0,1 3 0,92-22 1,275-39-289,-205 58-1147,265 3 0,176 24 1507,-338 2 0,-104 10-737,-98-3 426,360 27 373,-230-17 2391,-169-11-509,60 2-1622,-103-11-322,-21 1 0,45 2 0,-63-1 0,0 1 0,-1 0 0,1 0 0,-1 0 0,1 1 0,-1 0 0,0 0 0,0 0 0,1 1 0,-2 0 0,1 0 0,0 0 0,5 5 0,4 4 0,1-1 0,0-1 0,1 0 0,0-1 0,18 8 0,23 12 0,-46-23-1365,0-1-5461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57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24575,'2'222'53,"-4"227"-797,-6-287 394,-2 124-473,11-248 811,13 671-1639,41-11 1026,-35-420 4777,-7-215-5517,-11-56-5461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5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24575,'1'1'0,"-1"0"0,1 0 0,-1 0 0,1 0 0,0 0 0,-1 0 0,1 0 0,0-1 0,-1 1 0,1 0 0,0-1 0,0 1 0,0 0 0,0-1 0,0 1 0,0-1 0,0 1 0,0-1 0,0 0 0,0 1 0,0-1 0,0 0 0,0 0 0,0 0 0,0 1 0,0-1 0,1-1 0,37 4 0,-35-3 0,41 3 0,73 15 0,67 4 0,-111-16 0,230 9-551,103-5-389,-43-3 704,-16 6-1272,-83-5 1397,730 53 287,-4 54-2357,478 184 1284,-1095-182 1056,-136-12 5262,-216-94-5276,-1 2 1,0 0-1,-1 1 0,35 32 1,-46-36-151,0-1-1,0 2 1,-1-1 0,-1 1-1,0 0 1,0 1 0,-1 0-1,0 0 1,-1 0 0,6 23-1,45 163 6,-17-47 0,30 245 0,-44-154-344,20 254-1597,3 109 1656,130 775 285,-61-589 0,-38 80 0,-65-687 0,-7-89 0,26 426 0,-6-128-847,-1-45 625,-24-93 1484,-3-141 1115,2-113-2377,-1 1 0,0 0 0,0 0 0,0-1 0,0 1 0,0 0 0,0 0 0,0-1 0,-1 1 0,1 0 0,-1-1 0,1 1 0,-1 0 0,0-1 0,1 1 0,-1-1 0,0 1 0,0-1 0,0 1 0,0-1 0,0 0 0,-1 1 0,1-1 0,-2 1 0,1-1 0,0-1 0,1 0 0,-1 0 0,0 0 0,0 0 0,0 0 0,0 0 0,0 0 0,1 0 0,-1-1 0,0 1 0,0-1 0,0 0 0,1 1 0,-1-1 0,0 0 0,1 0 0,-3-1 0,-10-8 0,1 0 0,1-1 0,-22-22 0,-36-44-1365,56 62-5461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58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24575,'-3'3'0,"1"0"0,0 0 0,0 0 0,1 0 0,-1 1 0,1-1 0,-1 1 0,1-1 0,0 1 0,0 0 0,1-1 0,-1 1 0,1 4 0,0 57 0,1-41 0,-1 131 118,11 277-959,-1-306 841,22 192 0,54 153 0,-61-359-14,65 252 148,-32-148 469,-42-135-603,-11-54 0,1 0 0,14 43 0,81 150 0,-83-187 0,2 0 0,2-1 0,0-1 0,36 36 0,-40-50 0,2 0 0,0 0 0,1-2 0,1-1 0,0 0 0,36 15 0,5-4 0,82 23 0,-26-21-82,1-4-1,152 9 1,-217-27-161,654 38-1221,-530-36 1464,171 2 0,-194-10-1316,574 13 803,-312 0-1442,-97-4 1774,730 56-6,-579-34-618,-226-17 622,326-8 3975,-321-7-2704,-115-9 532,-67 3-1026,-22 3-594,0-3 0,-1-1 0,0-3 0,-1-2 0,71-31 0,-99 40 0,-1 1 0,1 1 0,0 0 0,0 1 0,0 1 0,0 1 0,0 0 0,23 4 0,21-1 0,-33-2 0,0 2 0,49 12 0,26 2 0,-95-16 0,63 5 0,119 24 0,-160-20 0,-10-2 0,-35-18 0,-9-4 0,0-2 0,-36-32 0,34 27 0,-40-26 0,-130-66-1365,172 99-5461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7:59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24575,'2'51'0,"15"79"0,-1-4 0,35 351-1047,132 1159-2514,-70-709 1330,-47-354 2284,-63-546-57,54 521-589,-4 98 2208,-49-558 512,-4-56-913,2 1-1,6 37 1,-4-34-1214,-4-30 0,0-1 0,0 1 0,0 0 0,1 0 0,0 0 0,1-1 0,-1 1 0,1 0 0,0-1 0,4 7 0,-7-43 0,-31-68 0,9 33 0,-15-82 0,-18-127-1990,48 245-4211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0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24575,'148'-18'0,"207"-1"0,-48-9 0,-82 4 0,26 5 0,-140 13 0,127-4 0,89-8-637,-16 16 637,311 5 0,-480 5 0,147 2 0,147 7 0,-27 1 0,106-5-1335,-41 5 1335,-76 0-120,-245-12-282,53 5 29,-26-8 1888,-14-1-163,-96 5-1352,-30-2 0,44 0 0,-39-3 0,0 3 0,63 13 0,-59-9 0,-11-3 0,-10-2 0,0 1 0,0 1 0,-1 1 0,1 2 0,34 16 0,-56-21 0,-1 0 0,1 1 0,-1 0 0,0 0 0,-1 0 0,1 0 0,-1 1 0,5 8 0,28 52 0,-34-61 0,185 404 0,-58-14 0,-6 279-391,-51-229 183,-13-51-637,-29-177 501,86 834 344,-105-919-91,16 238-345,-20-229 444,4 137 1523,-11-227-1143,11 77 0,-8-82-388,-2 84 0,-3-88 0,1 0 0,10 66 0,-3-49 0,-3 0 0,-6 105 0,0-52 0,2 639 0,-3-715 0,-1 0 0,-2-1 0,-2 1 0,0-2 0,-17 39 0,24-68-97,0 0-1,-1-1 1,0 1-1,0 0 1,0-1-1,-1 0 1,1 0-1,-1 1 1,0-1-1,0-1 1,-1 1-1,1-1 0,-7 6 1,-1-4-6729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0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24575,'46'-1'0,"0"3"0,0 1 0,65 14 0,-30-2-241,89 5 0,-16-3 13,468 49-1037,141-27-398,-558-33 60,242 4 1259,70 4 344,92-11-696,-278-21 1029,-139 4 2641,-161 10-2379,0-1 0,0-2 0,-1-1-1,34-13 1,-30 3-253,-21 5-684,-13 12 307,0 1 0,0 0 0,0-1 0,0 1 0,0 0 0,0-1 0,0 1 0,0 0 0,0-1 0,0 1 0,0-1 0,0 1 0,0 0 0,-1-1 0,1 1 0,0 0 0,0-1 0,0 1 0,0 0 0,-1-1 0,1 1 0,0 0 0,0 0 0,-1-1 0,1 1 0,0 0 0,0 0 0,-1-1 0,1 1 0,0 0 0,-1 0 0,1 0 0,0-1 0,-1 1 0,1 0 0,0 0 0,-1 0 0,0 0 0,-8-3-6791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1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 24575,'-3'67'0,"-12"69"0,12-114 0,-61 670-2601,36-337 1656,-16 321 945,14-168 0,20 142-822,13-381 608,-3 573 4796,0-929-5947,0 71-5461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1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0 142 24575,'178'18'0,"65"-5"0,135 2-625,-211-5-88,183-13 1,166-40-714,-289 15 662,99-10-548,-121 20 1312,530-33 0,-553 45-178,272-4-537,103 35 699,-439-14-21,64 10 244,-18 11 217,206 69-1,-254-66 1948,-67-22-1603,-1 2 0,0 3 1,53 27-1,-58-24-768,-27-14 0,0 1 0,26 17 0,-38-22 0,0 0 0,-1 0 0,1 0 0,-1 1 0,0-1 0,1 1 0,-2 0 0,1 0 0,0 0 0,-1 0 0,0 1 0,0-1 0,0 0 0,2 8 0,47 326 0,-39-239 0,9 173-1019,-16 300-1,-8-303-541,3-268 1560,-13 912-2045,-3-616 2043,-8 367-134,6-174-565,19 705 2302,-2-1158-98,-2-1-1,-8 40 0,-44 147-1198,46-194-221,-2 8-218,-2-1-1,-1 0 1,-2-1-1,-2 0 1,-1-2-1,-2 0 1,-1-1-1,-1-1 0,-41 41 1,50-57-6690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2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24575,'16'1'0,"0"1"0,0 0 0,0 2 0,18 5 0,-18-4 0,1-1 0,-1-1 0,32 3 0,410-7-691,-8-29-160,-156 8 401,119-11 450,105-6 0,174 23-1715,-450 21 1715,259 39 0,-222-7 0,529 78 0,-668-93 286,270 37 1548,-346-50-505,-46-5-1452,1-1 0,-1-1 0,1 0 0,-1-1 0,1-2 0,0 0 0,-1 0 0,26-7 0,-33 4-6703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2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24575,'10'73'0,"-1"-22"0,67 508-2446,28 391-32,-20-36 323,-25-258 1241,-51-575 925,107 967 737,-39-554 1601,-60-405 1046,8 61-1905,-23-142-1490,0-3 0,0 0 0,-1-1 0,1 1 0,-1 0 0,-1 0 0,1 0 0,-1-1 0,1 1 0,-3 6 0,3-11 0,-1 0 0,0 0 0,1 1 0,-1-1 0,1 0 0,-1 0 0,0 0 0,1 0 0,-1 0 0,0 0 0,1 0 0,-1 0 0,1 0 0,-1 0 0,0 0 0,1-1 0,-1 1 0,1 0 0,-1 0 0,1 0 0,-1-1 0,0 1 0,1 0 0,-1-1 0,1 1 0,-1-1 0,1 1 0,0 0 0,-1-1 0,1 1 0,-1-1 0,1 1 0,0-1 0,-1 1 0,1-1 0,0 0 0,-1 0 0,-20-26 0,20 25 0,-9-12-170,1 0-1,0 0 0,1-1 1,1 0-1,1 0 0,0-1 1,-4-17-1,5 14-6655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3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24575,'1135'0'-1742,"-752"-20"1489,-188 5 293,20 1-556,197-9-872,-239 16 1388,203-3 0,186-8 0,248 44 0,-195 55-1185,-560-70 1471,-17-5 507,-1 2 0,-1 1 0,1 2 0,-2 1 0,39 20 0,-63-25-793,-1 0 0,0 1 0,0 0 0,-1 1 0,0 0 0,-1 1 0,0 0 0,0 0 0,-1 0 0,0 1 0,-1 0 0,0 1 0,-1-1 0,7 24 0,1 12 0,-1 1 0,7 70 0,-18-111 0,6 62 0,-4-36 0,9 49 0,-2-31 0,-3 0 0,1 60 0,-2-20 0,1 127-460,0-4 294,6 107-1084,-5-93 1295,42 775-1843,-8 377 703,-42-1321 1093,-5 283-54,-1-233 34,-24 123-1,-21 0 2437,39-190-1811,-3 0 0,0-1 1,-31 54-1,33-72-603,0 0 0,-2-2 0,0 1 0,-2-2 0,0 0 0,-1-1 0,-1-1 0,-1 0 0,-1-2 0,0 0 0,-1-1 0,0-2 0,-1 0 0,-48 19 0,51-25-1365,3 1-5461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0 626 24575,'62'0'0,"0"2"0,122-15 0,-14-8 9,23-4-137,212-36-1141,-135 23 647,1509-201-1152,-1238 180 871,418-56-1248,-713 67 1925,-207 39-901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3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0 24575,'2'185'-170,"-4"216"-384,-6-259 47,-2 73-434,-8 238 941,1 148-1939,17 690 762,18-967 1187,-9-180 1250,0 12 2456,-8-125-3615,1-1 0,8 42-1,-11-44-100,-4-27 0,-3-15 0,-1-14 0,2 0 0,1 0 0,1-1 0,0-29 0,-5-23 0,1-7-1365,7 60-5461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4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24575,'46'0'0,"-1"2"0,46 9 0,-18 0 0,102 0 0,428-10 0,-290-2 0,-122-18 0,2 2 0,-187 17 0,-1 0 0,0 0 0,1 1 0,-1-1 0,0 1 0,1 0 0,-1 1 0,0 0 0,0-1 0,0 1 0,0 1 0,0-1 0,-1 1 0,1 0 0,-1 0 0,1 0 0,-1 1 0,0-1 0,-1 1 0,1 0 0,0 0 0,-1 1 0,0-1 0,3 7 0,159 206 0,-122-158 0,-14-19 0,36 65 0,-12 0 0,46 136 0,-87-208 0,51 164 0,18 54 0,78 395-2146,-33 237 2146,-113-744 0,38 510 0,-43-521-198,2 117-328,7 81 383,-14-260 1499,15 95 1,-7-15-1077,-7-66-260,4-10-20,1 38 0,-1-13 0,-6-82 0,1 1 0,-2-1 0,0 1 0,0 0 0,-1-1 0,-1 1 0,-1 0 0,0-1 0,0 1 0,-1-1 0,-9 24 0,7-24 0,-1 0 0,0-1 0,0 1 0,-1-1 0,-1-1 0,0 0 0,0 0 0,-1 0 0,-1-1 0,-21 18 0,-3-4 178,11-8-692,0-1-1,-34 16 1,41-24-6312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0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24575,'53'9'0,"-18"-1"0,29 1 0,103 0 0,81 9 0,-93-17-334,209-27 0,-118-11 334,341-40 0,-266 60 0,-206 13 0,112-13-68,-196 15 215,0 0 0,-1-2 1,1-1-1,35-11 0,-65 15-232,1 1 0,-1-1-1,1 1 1,-1-1 0,0 1-1,1-1 1,-1 0 0,0 0-1,1 0 1,-1 0 0,0 0-1,0 0 1,0 0 0,0 0-1,2-2 1,0-6-6741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4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24575,'4'1'0,"-1"-1"0,1 1 0,-1 0 0,1 0 0,-1 0 0,1 0 0,-1 0 0,0 1 0,1 0 0,-1 0 0,0 0 0,0 0 0,0 0 0,0 0 0,4 5 0,37 48 0,-25-29 0,86 98 0,-67-81 0,2-2 0,2-1 0,1-3 0,57 39 0,-7-15 0,121 57 0,461 159 0,-564-237 0,296 75 0,-198-68-75,512 107-436,-277-56 511,-303-61 106,238 67 374,320 75-480,25-54 0,-382-91 0,-244-27 0,145 11 0,57-1 0,-36 1 0,233 22 0,104 13 0,-506-45 3,64 2-137,133 7-525,30 1 659,46-5-217,80-7 217,-253-8 0,38 11 0,9-1 0,95-5 0,260-6 0,-202-30 0,-195 13 0,-54 5-31,79-6 1032,-119 14-961,92-3-43,90-8 3,-103 20 0,200-4 0,-156-16 0,7 0 0,113-17 0,67-18 0,-56-10 0,-355 62 0,268-71 0,-16 4 0,93-21 0,-246 65 0,1 4 0,1 5 0,153-3 0,-11 1 0,-179 16 0,98-12 0,10-4 0,-143 12 0,-11 3 0,-1-1 0,0-1 0,34-11 0,-55 14 0,0 1 0,-1 0 0,1 0 0,0 0 0,-1 0 0,1 0 0,0-1 0,-1 1 0,1 0 0,0-1 0,-1 1 0,1 0 0,-1-1 0,1 1 0,-1-1 0,1 1 0,-1 0 0,1-1 0,-1 0 0,1 1 0,-1-1 0,1 1 0,-1-1 0,0 1 0,1-1 0,-1 0 0,0 1 0,1-2 0,-17-7 0,-32 2 0,-8 7-1365,40 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24575,'-10'65'0,"2"-25"0,-1 35 0,0 100 0,10-123 0,0-9 0,-1 1 0,-12 81 0,11-122 0,0 1 0,0 0 0,0 0 0,0 1 0,1-1 0,0 0 0,0 1 0,0 5 0,0-10 0,1 1 0,-1-1 0,0 0 0,0 1 0,0-1 0,0 0 0,1 0 0,-1 1 0,0-1 0,0 0 0,0 0 0,1 1 0,-1-1 0,0 0 0,1 0 0,-1 1 0,0-1 0,0 0 0,1 0 0,-1 0 0,0 0 0,1 0 0,-1 0 0,0 1 0,1-1 0,-1 0 0,0 0 0,1 0 0,-1 0 0,0 0 0,1 0 0,0 0 0,21-10 0,2-6-116,6-4-509,58-28 1,-72 42-6202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24575,'0'1304'0,"2"-1257"0,16 83 0,-2-28 0,19 96 0,1-3 0,-18-89 0,-1-7 0,-11-111 0,0 0 0,1 1 0,0-1 0,14-13 0,-14 15 0,83-96-1365,-77 91-5461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0 24575,'15'2'0,"0"0"0,0 1 0,-1 0 0,1 1 0,16 7 0,5 2 0,-32-13 0,-1 1 0,1 0 0,0 1 0,-1-1 0,1 1 0,-1 0 0,1-1 0,-1 1 0,0 1 0,0-1 0,0 0 0,0 1 0,0 0 0,-1-1 0,1 1 0,-1 0 0,1 1 0,-1-1 0,0 0 0,2 5 0,-2 2 0,0 0 0,0 0 0,-1 0 0,0 0 0,-1 0 0,-1 17 0,-1-10 0,0 0 0,-1-1 0,-1 0 0,0 0 0,-1 0 0,-1 0 0,0 0 0,-2-1 0,1-1 0,-16 23 0,-13 13 0,-67 69 0,42-50 0,41-47 0,11-12 0,0 0 0,0 0 0,1 0 0,0 1 0,1 0 0,0 1 0,1 0 0,-7 18 0,13-28 0,0-1 0,0 0 0,0 1 0,0-1 0,0 0 0,1 0 0,-1 1 0,1-1 0,-1 0 0,1 0 0,-1 0 0,1 0 0,-1 1 0,1-1 0,0 0 0,0 0 0,0 0 0,-1 0 0,1-1 0,0 1 0,0 0 0,0 0 0,0 0 0,1-1 0,-1 1 0,0-1 0,0 1 0,0-1 0,0 1 0,1-1 0,1 1 0,53 13 0,-36-10 0,40 9 0,97 10 0,-74-13 0,-15-4 14,123-6 0,-80-2-1407,-96 2-5433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7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24575,'-2'49'0,"-15"79"0,0-3 0,10-57 0,-3 52 0,-7 132 0,8-105 0,0 11 0,-1 48 0,2-92 0,0-11 0,-1 62 0,-9 89 0,16-210 0,1-31 0,0-1 0,1 1 0,0 0 0,1-1 0,0 1 0,5 22 0,-5-35 2,-1 1 0,0 0 0,1 0-1,-1 0 1,1 0 0,-1 0 0,1-1-1,0 1 1,-1 0 0,1-1 0,0 1-1,-1 0 1,1-1 0,0 1 0,0-1-1,0 1 1,0-1 0,-1 1 0,1-1-1,0 0 1,0 1 0,0-1 0,0 0-1,0 0 1,0 1 0,0-1 0,0 0-1,0 0 1,0 0 0,0 0 0,0-1-1,0 1 1,0 0 0,0 0 0,0 0-1,-1-1 1,1 1 0,0-1 0,0 1-1,0-1 1,0 1 0,-1-1 0,1 1 0,0-1-1,1 0 1,40-36-629,-35 30-192,7-6-6007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7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1 24575,'-1'3'0,"0"-1"0,0 1 0,0-1 0,0 1 0,0-1 0,0 0 0,-1 1 0,1-1 0,-1 0 0,0 0 0,1 0 0,-1 0 0,0 0 0,0 0 0,0-1 0,-1 1 0,-2 1 0,-41 22 0,26-20 0,0-1 0,-25 2 0,8-1 0,-86 12 0,-55 28 0,130-31 0,46-14 0,0 1 0,0-1 0,-1 1 0,1-1 0,0 1 0,0 0 0,0 0 0,0 0 0,0 0 0,0 0 0,0 1 0,0-1 0,1 0 0,-1 1 0,0-1 0,1 1 0,-1 0 0,1-1 0,-1 1 0,1 0 0,0 0 0,0 0 0,0 0 0,0 0 0,0 0 0,1 0 0,-1 1 0,0-1 0,1 0 0,0 0 0,-1 3 0,2 2 0,1 0 0,-1-1 0,1 1 0,0-1 0,1 1 0,-1-1 0,1 0 0,1 0 0,5 8 0,11 22 0,27 66 0,-18-34 0,-25-58 0,-1 0 0,0 0 0,-1 0 0,0 1 0,-1-1 0,0 0 0,0 1 0,-1-1 0,-2 16 0,-2 10 0,-12 47 0,10-57 0,-2 1 0,-1-1 0,0-1 0,-2 0 0,-1 0 0,-1-1 0,-17 23 0,19-31 0,-2-1 0,0 0 0,0-1 0,-2 0 0,0-1 0,0 0 0,-1-2 0,0 1 0,-1-2 0,-25 11 0,29-14 0,11-6 0,-1 1 0,1-1 0,-1 1 0,0-1 0,0 0 0,1 0 0,-1 0 0,0 0 0,0-1 0,0 1 0,-4-1 0,42-22 0,-21 15-1365,0 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8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24575,'18'91'0,"31"235"0,2 18 0,4 37 0,-38-248 0,4 53 0,-8-48 0,43 187 0,-36-243 0,-10-46 0,-1 1 0,-3 0 0,5 64 0,18-149-1365,-21 34-5461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8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0 24575,'-2'0'0,"0"1"0,-1 0 0,1-1 0,0 1 0,0 0 0,0 0 0,0 0 0,0 1 0,0-1 0,0 0 0,0 1 0,1-1 0,-1 1 0,0 0 0,1-1 0,-1 1 0,1 0 0,0 0 0,0 0 0,-2 4 0,-19 42 0,17-27 0,1 0 0,1 0 0,0 0 0,2 0 0,1 0 0,4 40 0,-2 8 0,-3 11 0,3 86 0,-2-162 0,1-1 0,0 0 0,0 1 0,0-1 0,0 0 0,0 0 0,0 0 0,1 0 0,0 0 0,-1 0 0,1 0 0,0-1 0,0 1 0,1 0 0,-1-1 0,1 0 0,-1 0 0,1 0 0,0 0 0,-1 0 0,1 0 0,0-1 0,0 1 0,0-1 0,1 0 0,-1 0 0,0 0 0,0 0 0,7 0 0,10 2 0,0-1 0,1-1 0,39-4 0,-22 2 0,96 3 0,119-5 0,-196-5 0,-37 4 0,-1 1 0,26 0 0,79 4-1365,-109-1-5461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9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24575,'-3'0'0,"-4"0"0,-4 0 0,0 3 0,2 4 0,2 4 0,6 0 0,3 1 0,0 1 0,4-1 0,1 1 0,-2 0 0,3-2 0,-1 1 0,-2 1 0,-4-2 0,0-3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19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24575,'-1'36'0,"2"0"0,2 1 0,1-1 0,13 49 0,-11-57 0,-2 1 0,3 44 0,0 9 0,-3-46 0,-2 52 0,-2-57 0,1 1 0,7 45 0,-5-52 0,0 1 0,-2-1 0,-1 0 0,-1 0 0,-1 1 0,-9 38 0,3-15 0,-4 10 0,3 1 0,-1 96 0,27-212-1365,-11 43-5461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0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24575,'0'580'0,"-18"-370"0,17-65 0,4 251 0,18-175 0,-6-96 0,-8-68 0,-3-29 0,1 45 0,-5-73-1,0 34 122,0-22-323,0-21-1081,0-2-5543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0 24575,'-1'32'0,"-2"0"0,-11 43 0,8-44 0,1 0 0,-2 53 0,8 356 0,0-428 0,0 0 0,1 0 0,0-1 0,1 1 0,0-1 0,0 1 0,2-1 0,-1 0 0,10 14 0,8 13 0,35 43 0,-7-12 0,-3-5 0,-30-43 0,26 42 0,-39-55 0,0-1 0,-1 2 0,1-1 0,-2 0 0,1 1 0,-1-1 0,0 1 0,-1 0 0,1 14 0,-2-17 0,1 0 0,-1 1 0,0-1 0,0 0 0,-1 0 0,0 0 0,0 1 0,-1-1 0,1 0 0,-1 0 0,-1-1 0,1 1 0,-1 0 0,0-1 0,0 0 0,-1 1 0,1-1 0,-1 0 0,0-1 0,-1 1 0,1-1 0,-1 0 0,0 0 0,0 0 0,0-1 0,0 1 0,-1-1 0,1-1 0,-10 4 0,-3 2 0,0-2 0,-1 0 0,0 0 0,0-2 0,-31 3 0,-98-3 0,92-5 0,44 1 11,1-2 0,0 0 0,0 0 0,-1-1 0,2 0 0,-1 0-1,0-2 1,1 1 0,0-1 0,-18-12 0,7 3-382,1-2-1,0 0 1,-30-32 0,37 33-6455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1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24575,'177'19'0,"-36"-17"0,142-6 0,-276 4-91,0-2 0,0 1 0,0-1 0,0 0 0,0 0 0,0-1 0,-1 0 0,1 0 0,-1-1 0,0 0 0,0 0 0,0 0 0,-1-1 0,10-8 0,-8 5-6735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 24575,'-4'1'0,"0"1"0,0 0 0,1 0 0,-1 0 0,0 1 0,1-1 0,0 1 0,0-1 0,0 1 0,0 1 0,0-1 0,-4 6 0,-4 4 0,-6 6 0,2 0 0,0 1 0,1 1 0,-11 23 0,8-15 0,-29 40 0,-144 188 0,204-267-1365,-4 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3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 24575,'1'22'0,"-1"0"0,0 1 0,-2-1 0,-1 0 0,-1 0 0,0 0 0,-2-1 0,-1 1 0,0-1 0,-14 26 0,-133 251 0,21-14 0,120-244 0,11-29 0,-2-1 0,1 0 0,-1 0 0,-1 0 0,1 0 0,-9 11 0,13-21 3,0 0-1,0 0 0,0-1 1,0 1-1,0 0 0,0 0 0,0-1 1,-1 1-1,1 0 0,0 0 1,0 0-1,0-1 0,0 1 1,0 0-1,-1 0 0,1 0 1,0-1-1,0 1 0,0 0 1,0 0-1,-1 0 0,1 0 1,0 0-1,0 0 0,-1-1 1,1 1-1,0 0 0,0 0 0,0 0 1,-1 0-1,1 0 0,0 0 1,0 0-1,-1 0 0,1 0 1,0 0-1,0 0 0,-1 0 1,1 0-1,0 0 0,0 0 1,-1 0-1,1 1 0,0-1 1,0 0-1,0 0 0,-1 0 1,1 0-1,0 0 0,0 1 0,5-25-1485,1 13-5343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3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535 0 24575,'-10'13'0,"1"0"0,0 0 0,1 1 0,0 0 0,1 1 0,-7 19 0,-5 9 0,-7 11 0,-94 182 0,-154 338 0,255-543 0,7-10 0,17-21 0,12-10 0,27-17-682,56-27-1,-86 47-6143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3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24575,'-19'52'0,"-11"26"0,-49 90 0,53-114 0,-37 62 0,32-63 0,-24 59 0,42-84 33,-1-1 0,-26 36 1,0 1-1499,34-52-5361</inkml:trace>
  <inkml:trace contextRef="#ctx0" brushRef="#br0" timeOffset="1">788 371 24575,'-2'11'0,"0"0"0,-1 0 0,0-1 0,0 1 0,-1-1 0,-1 0 0,-7 13 0,-8 21 0,7-7 0,1 1 0,2 0 0,-8 61 0,14-79-91,0 1 0,-1-1 0,-1 0 0,-1-1 0,-1 0 0,0 0 0,-2 0 0,0-1 0,-1 0 0,-1-1 0,0-1 0,-1 0 0,-1 0 0,-17 14 0,23-23-6735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7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 24575,'0'583'0,"-2"-547"0,-3 1 0,-1-1 0,-15 52 0,5-21 0,-101 393 0,93-380 0,18-159 0,-6 5-1365,10 58-5461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24575,'5'2'0,"-1"0"0,0 0 0,0 0 0,0 1 0,0-1 0,0 1 0,0 0 0,-1 0 0,0 0 0,1 1 0,4 6 0,5 3 0,34 27 0,2-1 0,1-4 0,1-1 0,3-2 0,102 43 0,-139-70 0,0-1 0,1-1 0,0-1 0,-1 0 0,1-1 0,0-1 0,33-4 0,11 2 0,-49 1-118,28 2 367,-39-1-307,-1 0 1,0 0-1,0 0 1,1 0-1,-1 0 1,0 1-1,0-1 1,0 1-1,0-1 1,1 1-1,-1-1 0,0 1 1,0-1-1,0 1 1,0 0-1,0 0 1,0 0-1,0-1 1,-1 1-1,1 0 1,0 0-1,0 0 1,-1 0-1,1 0 0,0 2 1,0 4-6769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8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24575,'9'-1'0,"0"1"0,0 1 0,0-1 0,0 2 0,-1-1 0,10 4 0,-14-4 0,-1 1 0,0 0 0,1 0 0,-1 0 0,0 0 0,0 0 0,0 1 0,-1-1 0,1 1 0,-1 0 0,1 0 0,-1 0 0,0 0 0,0 0 0,0 0 0,2 7 0,24 54 0,32 64 0,-10-16 0,-18-37 0,-4-6 0,20 76 0,-36-106 0,15 59 0,24 157 0,-50-252 0,1 12 0,0 0 0,-1 0 0,0 1 0,-2 18 0,1-32 0,-1 1 0,1 0 0,0-1 0,-1 1 0,1 0 0,-1-1 0,0 1 0,0-1 0,0 1 0,0-1 0,-1 0 0,1 1 0,0-1 0,-1 0 0,0 0 0,1 0 0,-1 0 0,0 0 0,0 0 0,0-1 0,0 1 0,-1-1 0,1 1 0,0-1 0,-1 0 0,1 0 0,-1 0 0,1 0 0,-1 0 0,1 0 0,-5 0 0,-34 1 49,-55-4 0,20 0-1512,61 2-5363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8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759 0 24575,'-1'42'0,"-3"0"0,-1-1 0,-19 72 0,-52 116 0,31-119 0,-5-3 0,-5-2 0,-115 166 0,43-96 0,108-147 0,0 1 0,2 0 0,1 1 0,1 0 0,1 2 0,-15 56 0,24-65 0,-5 15 0,2 0 0,2 1 0,-3 62 0,-8-218 0,1 12-1365,15 88-5461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9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0 277 24575,'27'-1'0,"0"-2"0,-1-1 0,1-1 0,-1-1 0,0-1 0,45-20 0,24-4 0,98-18 0,-127 34 0,-59 13 0,33-6 0,-1-2 0,0-1 0,-1-2 0,0-2 0,-1-1 0,42-25 0,-68 34-1365,-2 2-5461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29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24575,'0'3'0,"1"0"0,0 0 0,0 1 0,0-1 0,0 0 0,1 0 0,-1 0 0,1 0 0,-1-1 0,1 1 0,0 0 0,0-1 0,0 1 0,1-1 0,-1 0 0,1 1 0,-1-1 0,1 0 0,0-1 0,-1 1 0,1 0 0,4 1 0,2 1 0,1 1 0,0-1 0,0-1 0,0 1 0,17 2 0,109 12 0,205 1 0,526-19 0,-792-10 0,-36 3 0,-49 11 0,-1 1 0,1 1 0,0-1 0,0 2 0,1-1 0,0 1 0,-16 16 0,-23 15 0,-28 15 0,9-6 0,-90 48 0,76-53 0,-77 38 0,-209 95 0,220-103 0,-64 25-1365,196-90-5461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0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0 655 24575,'12'-2'0,"-1"-1"0,0 0 0,0 0 0,0-1 0,-1-1 0,1 0 0,-1 0 0,0-1 0,0 0 0,14-13 0,22-11 0,4 2 0,2 1 0,0 4 0,2 1 0,92-24 0,-101 36 0,334-85 0,-9-28 0,-339 110 0,60-34 0,-82 42 0,-1-1 0,0 0 0,0 0 0,0-1 0,0 0 0,-1 0 0,0-1 0,-1 0 0,0 0 0,0 0 0,5-11 0,-10 18-3,-1 0 0,0 1-1,1-1 1,-1 0 0,0 0 0,0 0-1,1 1 1,-1-1 0,0 0-1,0 0 1,0 0 0,0 1 0,0-1-1,0 0 1,0 0 0,0 0 0,0 1-1,-1-1 1,1 0 0,0 0-1,0 1 1,-1-1 0,1 0 0,-1 0-1,1 1 1,0-1 0,-1 0-1,1 1 1,-2-1 0,-24-10 186,-43 11-867,59 1-82,-6-1-6060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0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24575,'1'36'0,"2"1"0,7 36 0,-5-23 0,-2 1 0,-5 79 0,0-29 0,2 533 0,13-566 0,-49-129 0,23 36-1365,7 16-5461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0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704 0 24575,'-2'1'0,"0"-1"0,0 1 0,0-1 0,1 1 0,-1 0 0,0 0 0,0 0 0,1 0 0,-1 0 0,0 0 0,1 1 0,-1-1 0,1 0 0,0 1 0,-2 2 0,-23 30 0,17-21 0,-17 18 0,-2-2 0,0 0 0,-2-2 0,-56 39 0,-145 74 0,182-115 0,-40 24 0,80-44 0,1 1 0,0 0 0,0 0 0,1 1 0,0 0 0,0 0 0,-8 13 0,14-20 0,1 1 0,-1-1 0,1 0 0,0 1 0,-1-1 0,1 1 0,0-1 0,0 1 0,-1-1 0,1 0 0,0 1 0,0-1 0,0 1 0,0-1 0,-1 1 0,1-1 0,0 1 0,0-1 0,0 1 0,0-1 0,0 1 0,0 0 0,0-1 0,0 1 0,1-1 0,-1 1 0,0-1 0,0 1 0,0-1 0,0 0 0,1 1 0,-1-1 0,0 1 0,1-1 0,-1 1 0,1 0 0,20 2 0,26-12 0,-31 3-1365,-2-1-5461</inkml:trace>
  <inkml:trace contextRef="#ctx0" brushRef="#br0" timeOffset="1">1233 336 24575,'74'1'0,"82"-3"0,-154 2 0,1 0 0,0-1 0,-1 0 0,1 1 0,-1-1 0,1 0 0,-1 0 0,1 0 0,-1 0 0,3-2 0,-6-1 0,-17 7 0,9 1-136,0-1-1,0 1 1,0 1-1,1 0 1,0 0-1,0 0 1,0 1-1,0 1 0,-9 10 1,6-7-6690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0 236 24575,'1'1'0,"-1"0"0,1 0 0,-1 0 0,1 0 0,-1 0 0,1 0 0,-1 0 0,1-1 0,0 1 0,0 0 0,-1 0 0,1-1 0,0 1 0,0 0 0,0-1 0,0 1 0,0-1 0,0 1 0,0-1 0,0 1 0,0-1 0,0 0 0,0 1 0,0-1 0,0 0 0,0 0 0,0 0 0,0 0 0,0 0 0,0 0 0,0 0 0,0 0 0,0-1 0,0 1 0,2-1 0,40-7 0,234-63 0,-259 67 0,55-12 0,130-48 0,-185 58-120,-10 3 171,1 0-1,-1-1 1,0 0-1,12-6 0,-19 8-107,1 1-1,-1 0 1,1 0-1,-1-1 0,1 1 1,-1-1-1,0 1 1,1-1-1,-1 1 0,0-1 1,0 0-1,0 0 1,-1 1-1,1-1 1,0 0-1,-1 0 0,1 0 1,-1 0-1,1 0 1,-1 0-1,0 0 0,0 0 1,0 0-1,0 0 1,-1-3-1,-1-5-6768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0 24575,'-17'105'0,"15"-71"0,-1 1 0,-1-1 0,-2 0 0,-18 57 0,-7-1 0,-4-1 0,-90 159 0,97-210 120,27-37-173,1 1 0,-1-1 0,0 0 0,0 0 0,0 0 0,0 0 0,0 0 0,0 0 0,0 0 0,0 0 0,0 0 0,0 0-1,0 0 1,-1-1 0,1 1 0,0-1 0,-1 1 0,1-1 0,0 1 0,-1-1 0,1 0 0,-1 1 0,1-1 0,0 0 0,-1 0 0,1 0 0,-3-1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32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24575,'5'2'0,"0"0"0,0 1 0,0 0 0,-1 0 0,1 0 0,-1 1 0,0-1 0,0 1 0,0 0 0,-1 0 0,5 6 0,2 1 0,20 24 0,-1 1 0,35 60 0,-48-72 0,6 7 0,1 0 0,2-2 0,0 0 0,2-2 0,58 45 0,-29-33 0,2-1 0,87 41 0,-27-18 0,79 37 0,-190-95 0,76 33 0,95 28 0,-155-53 0,-23-10 0,0-1 0,0 0 0,0 0 0,0 1 0,0-1 0,0 0 0,0 1 0,0-1 0,0 0 0,0 1 0,0-1 0,0 0 0,-1 0 0,1 1 0,0-1 0,0 0 0,0 0 0,0 1 0,-1-1 0,1 0 0,0 0 0,0 1 0,-1-1 0,1 0 0,0 0 0,0 0 0,-1 0 0,1 1 0,0-1 0,0 0 0,-1 0 0,1 0 0,0 0 0,-1 0 0,1 0 0,0 0 0,-1 0 0,1 0 0,-1 0 0,-53 9 0,42-7 0,-62 12-1365,58-11-5461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6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24575,'49'-2'0,"82"-15"0,-11 0 0,163-18 0,-262 33-341,0-1 0,0-1-1,32-11 1,-42 11-6485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7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24575,'1'10'0,"0"1"0,1-1 0,0 1 0,1-1 0,5 13 0,9 43 0,-12 24 0,4 33 0,9 53 0,-3 29 0,-2-20 0,-5-50 0,-2-14 0,-4-66 0,13 85 0,21 140 0,-24-172 0,-8-44 0,-3 76 0,-3-57 0,-1-50-1365,-1-21-5461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7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24575,'-3'0'0,"-1"3"0,-3 1 0,1 2 0,0 4 0,1 3 0,-1 0 0,-2-4 0,-1-2-8191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8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24575,'52'16'0,"28"9"0,-63-18 0,-1-2 0,1 0 0,0 0 0,1-2 0,31 3 0,21-7-1365,-54 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8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1 258 24575,'56'-3'0,"0"-2"0,62-14 0,42-5 0,102-20 0,-119 16 0,280-58 0,-395 80 0,-10 3 0,0-1 0,-1 0 0,1-2 0,20-9 0,-38 15-41,1 0-1,-1 0 1,1-1 0,-1 1-1,0 0 1,1 0 0,-1 0-1,1-1 1,-1 1 0,0 0-1,1 0 1,-1-1-1,0 1 1,1 0 0,-1-1-1,0 1 1,0 0 0,1-1-1,-1 1 1,0 0-1,0-1 1,0 1 0,1-1-1,-1 1 1,0 0 0,0-1-1,0 1 1,0-1-1,0 1 1,0-1 0,0 1-1,0-1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24575,'25'-1'0,"1"-2"0,0-1 0,25-8 0,15-2 0,75-6 0,-115 17-227,0-1-1,0-2 1,-1 0-1,1-2 1,36-16-1,-51 17-6598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0 156 24575,'109'2'0,"118"-4"0,-65-24 0,-28 3 0,-68 11-89,-1-2 0,108-39 0,-103 30-1009,-55 18-5728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9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24575,'2'20'0,"1"-1"0,0 0 0,2-1 0,0 1 0,11 26 0,-3-8 0,15 50 0,-4 2 0,19 142 0,-7-20 0,-34-188 0,12 184 0,-12-146 0,-3 53 0,0-104 0,0 1 0,-1-1 0,0 0 0,0 0 0,-2 0 0,1 0 0,-1 0 0,-8 13 0,-23 45 0,27-50 0,0-1 0,-1-1 0,-1 1 0,-18 22 0,28-39 0,-1 1 0,0 0 0,1 0 0,-1 0 0,0-1 0,1 1 0,-1 0 0,0-1 0,0 1 0,0-1 0,0 1 0,0-1 0,0 1 0,0-1 0,0 1 0,0-1 0,0 0 0,0 0 0,0 1 0,0-1 0,0 0 0,0 0 0,0 0 0,0 0 0,0 0 0,-1-1 0,0 0 0,1 0 0,-1 1 0,1-2 0,-1 1 0,1 0 0,-1 0 0,1 0 0,0-1 0,0 1 0,-1-1 0,1 1 0,0-1 0,-1-2 0,-5-10 0,2 0 0,-1-1 0,-2-16 0,2 13 0,-28-71-1365,29 73-5461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09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24575,'86'2'0,"92"-4"0,-125-7 0,18 0 0,-30 5 0,0-1 0,-1-2 0,0-2 0,60-22 0,-76 25 0,1 1 0,0 0 0,34 0 0,5-2 0,-24 5 0,1 1 0,-1 2 0,1 1 0,-1 3 0,0 1 0,55 16 0,59 9 0,-109-24-55,69 7-1255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1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24575,'1'10'0,"1"-1"0,1 0 0,-1 1 0,1-1 0,1 0 0,0 0 0,7 12 0,6 17 0,10 23 0,-18-46 0,-2 2 0,0-1 0,-1 1 0,-1 0 0,5 23 0,-10-28 0,-1 0 0,0 0 0,-1 0 0,0 0 0,-1 0 0,0-1 0,0 1 0,-2-1 0,-8 17 0,-12 44 0,18-45-273,0-1 0,-2 0 0,-1 0 0,-24 44 0,24-55-6553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1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24575,'1'1'0,"0"-1"0,0 1 0,0 0 0,0-1 0,0 1 0,0 0 0,0-1 0,-1 1 0,1 0 0,0 0 0,0 0 0,-1 0 0,1 0 0,-1 0 0,1 0 0,-1 0 0,1 0 0,-1 0 0,0 0 0,1 0 0,-1 0 0,0 2 0,9 33 0,-7-26 0,28 81 0,-20-63 0,13 50 0,-16-35 0,-1 1 0,-2 81 0,-4-76 0,-2-1 0,-2 0 0,-14 62 0,-66 246 0,60-247-76,-35 209-1213,57-295-5537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1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1336 24575,'2'-1'0,"0"0"0,0 1 0,0-1 0,0 0 0,0 0 0,-1-1 0,1 1 0,0 0 0,0 0 0,-1-1 0,1 1 0,-1-1 0,0 1 0,1-1 0,1-3 0,21-32 0,-20 31 0,98-196 0,-53 98 0,-18 48 0,73-97 0,-35 55 0,97-125 0,-16 23 0,-12-15-1365,-125 196-5461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2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1 24575,'1'0'0,"0"1"0,0-1 0,0 1 0,1 0 0,-1-1 0,0 1 0,0 0 0,0 0 0,0 0 0,0 0 0,-1 0 0,1 0 0,0 0 0,0 0 0,-1 0 0,1 1 0,0-1 0,-1 0 0,1 0 0,-1 1 0,1 1 0,10 34 0,-9-29 0,8 26 0,-6-26 0,0 1 0,-1-1 0,-1 1 0,0 0 0,0 0 0,0 1 0,-1-1 0,-1 0 0,1 0 0,-2 1 0,1-1 0,-1 0 0,-1 0 0,-3 14 0,-14 26-113,4-10-200,0-1 0,-3-1 0,-36 58 0,45-84-6513</inkml:trace>
  <inkml:trace contextRef="#ctx0" brushRef="#br0" timeOffset="1">0 1041 24575,'39'1'0,"0"1"0,47 9 0,-19 2 0,109 15 0,-122-21 0,-24-3 0,45 2 0,101 12 0,-149-18-73,-16 1-185,0-1-1,0 0 1,1-1-1,18-3 1,-18 0-6568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2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1 333 24575,'0'1'0,"1"0"0,-1 0 0,1 0 0,-1-1 0,1 1 0,-1 0 0,1 0 0,0 0 0,0 0 0,-1-1 0,1 1 0,0 0 0,0-1 0,0 1 0,0-1 0,0 1 0,0-1 0,0 1 0,0-1 0,0 0 0,0 1 0,0-1 0,0 0 0,0 0 0,0 0 0,0 0 0,2 0 0,36 3 0,-35-3 0,16-1 0,0-2 0,0 0 0,-1-1 0,34-11 0,-6 2 0,27-5 0,117-46 0,-151 47 40,-1-3 0,46-30 0,-66 37-252,-1-1 0,-1 0 0,0-1-1,-1-1 1,-1-1 0,16-22 0,-21 25-6614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0 24575,'-1'10'0,"-1"0"0,0-1 0,0 1 0,-1-1 0,-6 15 0,-4 13 0,-8 29 0,-57 118 0,4-13 0,63-140 0,-2-1 0,0-1 0,-2 0 0,-2-1 0,0 0 0,-2-2 0,-1 0 0,-25 26 0,36-46 0,1 1 0,-1-2 0,-1 1 0,1-1 0,-1 0 0,0-1 0,0 0 0,0-1 0,0 0 0,-1-1 0,-18 3 0,17-3 0,12-2 0,0 0 0,0 0 0,0 0 0,0 0 0,0 0 0,-1-1 0,1 1 0,0 0 0,0 0 0,0 0 0,0 0 0,0 0 0,0 0 0,-1 0 0,1 0 0,0 0 0,0 0 0,0 0 0,0 0 0,0 0 0,-1 0 0,1 0 0,0 0 0,0 0 0,0 0 0,0 0 0,0 1 0,0-1 0,0 0 0,-1 0 0,1 0 0,0 0 0,0 0 0,0 0 0,0 0 0,0 0 0,0 0 0,0 0 0,0 1 0,-1-1 0,1 0 0,0 0 0,0 0 0,0 0 0,0 0 0,0 0 0,0 1 0,0-1 0,0 0 0,0 0 0,0 0 0,0 0 0,0 0 0,0 0 0,0 1 0,0-1 0,0 0 0,0 0 0,0 0 0,0 0 0,0 0 0,0 0 0,0 1 0,0-1 0,1 0 0,-1 0 0,0 0 0,0 0 0,13 6 0,20 0 0,18-3 0,0-3 0,0-1 0,66-12 0,174-28 0,11-2 0,-203 22 0,179-61 0,-67 11 0,-187 63 0,-14 5 0,0 0 0,0-1 0,0 0 0,-1 0 0,0-1 0,0 0 0,0-1 0,0 1 0,-1-2 0,0 1 0,12-14 0,-20 20 0,0 0 0,1-1 0,-1 1 0,0 0 0,0-1 0,1 1 0,-1 0 0,0-1 0,0 1 0,0 0 0,0-1 0,0 1 0,1-1 0,-1 1 0,0 0 0,0-1 0,0 1 0,0-1 0,0 1 0,0-1 0,0 1 0,-1 0 0,1-1 0,0 1 0,0-1 0,0 1 0,0 0 0,0-1 0,-1 1 0,1 0 0,0-1 0,0 1 0,0 0 0,-1-1 0,1 1 0,0 0 0,-1-1 0,1 1 0,-1-1 0,-21-5 0,-25 5 0,38 2-227,0 1-1,1 0 1,-1 0-1,0 1 1,-8 4-1,4-1-6598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9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 24575,'1'86'0,"-3"94"0,-4-148 0,-1 1 0,-2-1 0,-1 0 0,-2-1 0,-27 53 0,6-12 0,-60 105 0,60-113-47,-2-3 1,-74 96-1,52-77-1178,49-69-5601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9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24575,'4'2'0,"-1"-1"0,1 1 0,0-1 0,0 1 0,-1 0 0,1 1 0,-1-1 0,0 1 0,5 4 0,15 9 0,30 14 0,58 42 0,-67-42 0,187 147 0,-150-111 0,-27-22 0,60 61 0,-111-103 0,35 38 0,-2 1 0,36 54 0,-71-94-35,0 1 0,0 0 0,0 0 0,0 0 0,0 0 0,0-1 0,0 1 0,-1 0 0,1 1 0,-1-1 0,0 0 0,1 0 0,-1 0 0,0 0 0,0 0 0,0 0 0,-1 0 0,1 0 0,0 0 0,-1 0 0,1 0 0,-1 0 0,0 0 0,0 0 0,0 0 0,0 0 0,0 0 0,0 0 0,0-1 0,0 1 0,-1-1 0,1 1 0,-1-1 0,1 1 0,-1-1 0,0 0 0,0 1 0,-2 0 0,-9 6-6791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19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24575,'91'-11'0,"-42"3"0,-1 1 0,29-3 0,-55 9 0,1-2 0,-1 0 0,24-7 0,-23 4 0,0 2 0,44-4 0,32-2 0,-39 2 0,113-10 0,-92 10 0,55-1 0,42-9 0,-136 18 0,-24-1 0,1 0 0,-1 2 0,0 0 0,20 5 0,-32-5 0,0 1 0,-1 0 0,1 0 0,-1 0 0,1 1 0,-1 0 0,0 0 0,0 0 0,0 1 0,-1-1 0,1 1 0,-1 0 0,0 1 0,0-1 0,0 1 0,5 9 0,24 44 0,-2 2 0,-3 1 0,-3 1 0,33 123 0,-45-132 0,-3 0 0,-2 1 0,3 103 0,-11-126 0,1-13 0,-1 1 0,0 0 0,-1 0 0,-1 0 0,-1 0 0,-1-1 0,0 1 0,-2-1 0,0 0 0,-11 23 0,-3-6 0,-1-1 0,-1-1 0,-2 0 0,-55 55 0,64-73-114,10-9 40,-1 0 1,0 0-1,0-1 1,0 1-1,0-1 0,-1-1 1,0 1-1,0-1 1,0 0-1,0-1 1,-1 0-1,1 0 0,-1 0 1,0-1-1,0-1 1,-12 3-1,4-4-6752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0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0 24575,'-18'177'0,"0"0"0,17-142 0,-2 1 0,-1-1 0,-2 0 0,-20 64 0,8-48 0,-1 0 0,-41 72 0,45-98 0,-1-1 0,-1 0 0,-41 41 0,-70 55 0,76-74 0,38-34 0,0-1 0,-1 0 0,0 0 0,-1-2 0,0 0 0,0-1 0,-20 7 0,34-14 5,0-1-1,0 1 1,0-1 0,1 0-1,-1 1 1,0-1-1,0 0 1,0 0 0,0-1-1,0 1 1,0 0 0,0-1-1,0 1 1,0-1-1,0 1 1,0-1 0,1 0-1,-1 0 1,0 0-1,1 0 1,-1 0 0,0 0-1,1-1 1,0 1-1,-3-2 1,1-2-217,-1-1 0,1 1 0,0 0-1,0-1 1,0 0 0,-2-8 0,0-1-6614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0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24575,'-1'30'0,"0"-19"0,1-1 0,0 1 0,0 0 0,1 0 0,5 20 0,-5-29 0,0 1 0,0 0 0,0-1 0,1 1 0,-1-1 0,1 1 0,-1-1 0,1 0 0,0 0 0,0 0 0,0 0 0,0 0 0,1 0 0,-1 0 0,0-1 0,1 1 0,-1-1 0,1 0 0,0 1 0,-1-1 0,1-1 0,0 1 0,0 0 0,-1-1 0,1 1 0,6-1 0,59 3 0,-46-3 0,0 1 0,28 4 0,-13 0 0,-1-2 0,51-2 0,-49-1 0,0 1 0,40 7 0,-33-3 0,0-2 0,84-4 0,-72-2 0,58 6 0,-114-3 0,0 0 0,0 0 0,0 0 0,-1 0 0,1 0 0,0 1 0,0-1 0,0 0 0,-1 0 0,1 0 0,0 1 0,0-1 0,-1 0 0,1 1 0,0-1 0,-1 0 0,1 1 0,0-1 0,-1 1 0,1 0 0,-1-1 0,1 1 0,-1-1 0,1 1 0,-1 0 0,1-1 0,-1 1 0,0 0 0,1-1 0,-1 2 0,0 0 0,0-1 0,0 1 0,0 0 0,0 0 0,-1-1 0,1 1 0,-1-1 0,0 1 0,1 0 0,-1-1 0,0 1 0,0-1 0,-1 3 0,-45 47 0,42-46 0,-18 16 0,0-2 0,-1-1 0,-1 0 0,-1-2 0,-1-1 0,-28 11 0,-179 62 0,92-39 0,-25 6 47,91-32-1459,53-16-5414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0 440 24575,'24'0'0,"1"-1"0,-1-1 0,0-1 0,-1-1 0,42-14 0,298-90 0,77-5 0,-14-20 0,-420 131 0,37-15 0,-41 16 0,-1 0 0,1 1 0,0-1 0,-1 0 0,1 0 0,0 0 0,-1 0 0,0 0 0,1-1 0,-1 1 0,1 0 0,-1-1 0,0 1 0,0-1 0,0 1 0,0-1 0,0 1 0,1-4 0,-2 4-49,0 1 1,0-1-1,0 1 0,-1-1 0,1 1 1,0-1-1,0 1 0,-1 0 0,1-1 1,0 1-1,0-1 0,-1 1 0,1-1 1,-1 1-1,1 0 0,0-1 0,-1 1 1,1 0-1,-1-1 0,1 1 0,-1 0 1,1 0-1,-1 0 0,1-1 0,-1 1 0,1 0 1,-1 0-1,-9-3-6777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552 0 24575,'1'10'0,"1"-1"0,0 0 0,0 0 0,1 0 0,0-1 0,9 17 0,6 20 0,12 72 0,18 137 0,4 118 0,-46-330 0,-5-25 0,1 1 0,1-1 0,0 0 0,1 0 0,10 22 0,-24-79-1365,4 24-5461</inkml:trace>
  <inkml:trace contextRef="#ctx0" brushRef="#br0" timeOffset="1">676 741 24575,'-36'1'0,"-1"1"0,-36 8 0,-137 45 0,159-40 0,-3 4-455,1 2 0,-98 57 0,141-73-6371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1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24575,'20'9'0,"2"-2"0,-1-1 0,1 0 0,22 2 0,11 3 0,291 73 0,-315-76 0,-8-2 0,1 1 0,41 18 0,-64-24 0,0 0 0,1 0 0,-2 0 0,1 0 0,0 1 0,0-1 0,0 0 0,0 0 0,-1 1 0,1-1 0,-1 0 0,1 1 0,-1-1 0,1 1 0,-1-1 0,0 0 0,0 1 0,0-1 0,0 1 0,0-1 0,0 1 0,0-1 0,0 1 0,0-1 0,-1 1 0,1-1 0,0 0 0,-1 1 0,0-1 0,1 1 0,-1-1 0,0 0 0,0 0 0,0 2 0,-34 53 0,30-48 0,-34 36-1365,26-34-5461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24575,'115'2'0,"124"-5"0,-170-4 0,85-3 0,-6-1 0,-63 3 0,4-2 0,-1-5 0,145-41 0,-217 51 0,-5 3 0,-1 0 0,0-1 0,-1-1 0,1 1 0,0-2 0,-1 1 0,0-1 0,0-1 0,13-9 0,-22 14-38,1-1 0,-1 1 0,1 0 1,-1 0-1,1-1 0,-1 1 0,0-1 0,1 1 0,-1 0 0,0-1 0,0 1 0,0 0 0,0-1 0,-1 1 0,1 0 0,0-1 1,0 1-1,-1-1 0,1 1 0,-1 0 0,1 0 0,-1-1 0,0 1 0,1 0 0,-1 0 0,0 0 0,0 0 0,0 0 0,0 0 1,0 0-1,0 0 0,0 0 0,0 0 0,0 0 0,-2 0 0,-6-6-6788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0 24575,'-1'9'0,"-1"0"0,1 0 0,-2 0 0,1 0 0,-6 11 0,-4 20 0,-5 40 0,3-1 0,-4-1 0,-3-1 0,-57 136 0,66-187 0,-1-1 0,-1-1 0,-2 0 0,0-1 0,-1-1 0,-2-1 0,0 0 0,-1-1 0,-38 28 0,27-23 0,-30 20 0,56-42 0,1-1 0,0 0 0,0 0 0,-1 0 0,1 0 0,-1-1 0,1 0 0,-1 0 0,0 0 0,0 0 0,1-1 0,-9 0 0,3-2-1365,2-3-5461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2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24575,'16'2'0,"-1"1"0,1 0 0,-1 1 0,0 1 0,0 0 0,0 1 0,0 0 0,22 15 0,16 5 0,-35-18 0,0 0 0,1-2 0,0 0 0,0-1 0,1-1 0,-1-1 0,1-1 0,0-1 0,20-1 0,17 0 0,-32 2 0,1-2 0,-1-1 0,1-1 0,-1-2 0,0 0 0,32-10 0,-33 7 0,0 1 0,44-4 0,-40 6 0,19 1-39,-1 2 0,1 2-1,-1 2 1,0 2-1,50 12 1,107 10-1626,-168-26-4625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3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24575,'1366'0'-629,"-1090"-18"629,17 0 0,161-37 0,-376 43 0,-53 8 12,32-3 143,-1-3-1,0-3 0,59-21 0,-114 34-154,-1 0 0,1 0 0,0 0 0,-1 0 0,1 0 0,0 0 0,-1 0 0,1-1 0,-1 1 0,1 0 0,0 0 0,-1-1 0,1 1 0,-1 0 0,1-1 0,-1 1 0,1-1 0,-1 1 0,1-1 0,-1 1 0,1-1 0,-1 1 0,0-1 0,1 1 0,-1-1 0,0 0 0,1 1 0,-1-1 0,0 1 0,0-1 0,0 0 0,-18-7 0,-35 4 0,-128 5-1365,166-1-5461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3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24575,'1'4'0,"1"-1"0,-1 1 0,1-1 0,0 0 0,0 0 0,0 0 0,0 0 0,0 0 0,1 0 0,-1 0 0,5 3 0,10 13 0,-14-16 0,-1 1 0,1 0 0,-1 0 0,0 1 0,0-1 0,-1 0 0,1 1 0,-1-1 0,0 1 0,0-1 0,0 1 0,-1-1 0,1 1 0,-1 0 0,-1 5 0,0-5 0,-1 0 0,1-1 0,-1 1 0,0 0 0,-1 0 0,1-1 0,-1 1 0,0-1 0,0 0 0,0 0 0,-1 0 0,1-1 0,-7 6 0,-20 19-64,13-11-370,-1 0 1,-30 20-1,34-28-6392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4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24575,'44'-6'0,"-38"4"0,0 1 0,1 0 0,-1 0 0,0 0 0,1 1 0,-1 0 0,10 1 0,-14 0 0,0 0 0,0 0 0,0 0 0,0 0 0,0 0 0,0 0 0,0 0 0,-1 0 0,1 1 0,0-1 0,-1 1 0,1-1 0,-1 1 0,0 0 0,1 0 0,-1-1 0,0 1 0,0 0 0,0 0 0,0 0 0,-1 0 0,1 0 0,-1 0 0,1 1 0,-1-1 0,1 0 0,-1 2 0,3 24 0,-1 0 0,-2 44 0,-1-45 0,1-1 0,1 1 0,6 30 0,30 142 0,27 124 0,-32-167 0,22 90 0,-9-68 0,12 39 0,-47-182 0,-2 1 0,-1 0 0,3 55 0,-9-28 0,-1-94 0,0-6 0,1 0 0,2 0 0,1 0 0,16-60 0,65-147 0,-65 187-1365,-16 42-5461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4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24575,'0'63'0,"-1"-1"0,13 121 0,-4-113 0,-4 0 0,-6 97 0,-1-43 0,3 338 0,0-701-1365,0 220-5461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24575,'0'1034'0,"16"-1077"0,-9-7 57,15-48-1,-3 9-1534,-15 71-5348</inkml:trace>
  <inkml:trace contextRef="#ctx0" brushRef="#br0" timeOffset="1">442 18 24575,'-1'77'0,"0"-9"0,14 131 0,-8-148 0,-1 71 0,4 38 0,15 46 0,-13-93 0,5 0 0,54 202 0,2-116 0,10 31 0,-50-139 0,9 29 0,-37-108-105,0 2 165,0 0-1,2-1 1,8 21-1,-12-32-106,0 0 1,0 0-1,-1 0 0,2 0 0,-1-1 0,0 1 1,0 0-1,0-1 0,1 1 0,-1-1 0,1 1 0,-1-1 1,1 0-1,0 1 0,-1-1 0,1 0 0,0 0 0,0 0 1,0-1-1,0 1 0,0 0 0,0-1 0,0 1 1,0-1-1,0 1 0,0-1 0,0 0 0,0 0 0,0 0 1,0 0-1,3-1 0,6-2-6779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5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 24575,'-2'1'0,"0"-1"0,0 1 0,0 0 0,1-1 0,-1 1 0,0 0 0,1 0 0,-1 1 0,1-1 0,-1 0 0,1 0 0,-1 1 0,1-1 0,0 1 0,0-1 0,0 1 0,0 0 0,0-1 0,0 1 0,0 0 0,0 0 0,1-1 0,-1 4 0,-14 46 0,15-49 0,-4 20 0,2 1 0,1 0 0,2 39 0,0-45 0,0 0 0,-1 0 0,-1 0 0,0 0 0,-1 0 0,-1-1 0,-1 1 0,-6 19 0,-2-3 0,2 0 0,1 1 0,2 0 0,1 0 0,-2 46 0,0 19 0,4-65 0,1-1 0,2 1 0,1-1 0,1 1 0,7 36 0,1-7 0,-8-47 0,1 0 0,1 0 0,0 0 0,9 25 0,-6-22 0,-1 0 0,-1 0 0,0 0 0,0 21 0,0-9 0,-2 4 0,-1-1 0,-3 39 0,0-42 0,1 0 0,7 59 0,-7-90 0,1 0 0,0 0 0,0 1 0,0-1 0,0 0 0,0 0 0,0 0 0,0 0 0,0 0 0,0 1 0,0-1 0,0 0 0,0 0 0,1 0 0,-1 0 0,0 0 0,0 1 0,0-1 0,0 0 0,0 0 0,0 0 0,0 0 0,0 0 0,0 0 0,0 1 0,1-1 0,-1 0 0,0 0 0,0 0 0,0 0 0,0 0 0,0 0 0,0 0 0,1 0 0,-1 0 0,0 0 0,0 0 0,0 0 0,0 0 0,0 0 0,1 0 0,-1 0 0,0 0 0,0 0 0,0 0 0,0 0 0,0 0 0,1 0 0,-1 0 0,0 0 0,0 0 0,0 0 0,0 0 0,0 0 0,0 0 0,1 0 0,-1 0 0,9-11 0,9-22 0,-16 29 0,7-13 0,6-13 0,2 1 0,20-26 0,92-97 0,8-10 0,-70 72-682,66-120-1,-125 195-6143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6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0 463 24575,'60'-66'0,"-43"46"0,1-1 0,1 2 0,1 1 0,27-20 0,259-155 0,-293 184-227,-1-1-1,0 0 1,-1 0-1,0-1 1,12-16-1,-16 17-6598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6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24575,'-8'11'0,"0"-1"0,1 2 0,1-1 0,-1 1 0,2-1 0,0 2 0,0-1 0,-4 21 0,-3 2 0,-5 16 0,1 0 0,3 2 0,-9 74 0,19 53 0,5-95 0,-1-60 0,2 0 0,11 48 0,-8-48 0,-2 0 0,4 48 0,-8-71 0,-1 0 0,1 1 0,0-1 0,1 0 0,-1 0 0,0 0 0,1 0 0,-1 0 0,1 0 0,-1 0 0,1 0 0,0 0 0,0 0 0,0 0 0,0 0 0,0 0 0,0-1 0,1 1 0,-1 0 0,1-1 0,-1 1 0,3 0 0,-2-1 0,0 0 0,0 0 0,0-1 0,0 0 0,1 1 0,-1-1 0,0 0 0,0 0 0,0 0 0,1 0 0,-1 0 0,0-1 0,0 1 0,0-1 0,1 1 0,-1-1 0,0 0 0,0 0 0,0 0 0,0 0 0,2-2 0,20-8-81,-18 9-26,0-1 0,0 1 0,0-1 0,0 0 0,0-1 0,-1 1 0,1-1 0,-1 0 0,0 0 0,-1-1 0,9-8 0,-12 7-6719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1:26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24575,'74'-10'0,"-24"2"0,94-21 0,-40 6 0,12-2 0,-115 25 0,0 0 0,1 0 0,-1 0 0,0 0 0,0 0 0,0 1 0,0-1 0,0 0 0,0 1 0,0-1 0,0 1 0,0-1 0,0 1 0,0-1 0,0 1 0,0 0 0,0-1 0,0 1 0,0 0 0,0 0 0,-1 0 0,1 0 0,0 0 0,-1-1 0,1 1 0,-1 0 0,1 0 0,-1 1 0,1-1 0,-1 0 0,0 0 0,1 0 0,-1 0 0,0 1 0,10 51 0,-8-36 0,65 287 0,-43-171 0,11 198 0,-17-72-595,-10-149 595,1 72 0,2-33 0,-4-71 0,1-5-10,1 57 615,-1-82-605,2 23 0,-10-69 0,1 1 0,-1-1 0,-1 0 0,1 0 0,0 1 0,0-1 0,-1 0 0,1 0 0,-1 1 0,0-1 0,0 0 0,0 0 0,0 0 0,0 0 0,0 0 0,0 0 0,-1 0 0,1-1 0,-1 1 0,1 0 0,-1-1 0,0 1 0,-3 1 0,1-1 0,-1-1 0,1 0 0,-1-1 0,1 1 0,0-1 0,-1 0 0,1 0 0,-1 0 0,1 0 0,-1-1 0,1 0 0,0 0 0,-1 0 0,1 0 0,0-1 0,-5-2 0,-66-34 0,75 38 0,-173-105 0,157 95 0,0 0 0,0-1 0,1-1 0,0-1 0,1 0 0,0 0 0,2-2 0,-15-19 0,-33-51 0,29 43 0,-31-58 0,52 82 0,6 13 0,1 0 0,1 0 0,-1 0 0,1 0 0,-1-1 0,2 1 0,-3-7 0,4 11 0,0-1 0,0 0 0,0 1 0,1-1 0,-1 0 0,0 1 0,1-1 0,-1 0 0,1 1 0,-1-1 0,1 1 0,0-1 0,0 1 0,-1-1 0,1 1 0,0 0 0,0-1 0,0 1 0,1 0 0,-1 0 0,0 0 0,0 0 0,1 0 0,-1 0 0,1 0 0,-1 0 0,1 0 0,-1 1 0,3-2 0,12-4 0,1 1 0,-1 0 0,1 2 0,31-4 0,-16 3 0,47-7 0,-35 6 0,-1-2 0,52-15 0,141-40 0,171-8 0,-280 52 0,212-2 0,-234 18 0,109 4 0,-188 4 0,-26-6 0,0 0 0,0 1 0,1-1 0,-1 0 0,0 0 0,0 1 0,0-1 0,0 0 0,0 0 0,0 0 0,0 1 0,0-1 0,0 0 0,0 0 0,0 1 0,-1-1 0,1 0 0,0 0 0,0 1 0,0-1 0,0 0 0,0 0 0,0 0 0,0 1 0,-1-1 0,1 0 0,0 0 0,0 0 0,0 0 0,0 1 0,-1-1 0,1 0 0,0 0 0,0 0 0,0 0 0,-1 0 0,1 0 0,0 0 0,0 0 0,-1 1 0,1-1 0,0 0 0,0 0 0,-1 0 0,1 0 0,0 0 0,-53 16 0,35-11 0,-316 108-1365,315-108-5461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1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24575,'1'1'0,"0"-1"0,0 1 0,0-1 0,0 1 0,-1-1 0,1 1 0,0-1 0,0 1 0,-1 0 0,1-1 0,0 1 0,-1 0 0,1 0 0,-1 0 0,1-1 0,-1 1 0,1 0 0,-1 0 0,0 0 0,1 0 0,-1 0 0,0 1 0,9 30 0,-6-21 0,17 54 0,3 12 0,39 86 0,72 107 0,4-46 0,-134-217 0,36 54 0,102 144 0,-61-103 0,4-4 0,178 158 0,-231-229 0,58 49 0,166 107 0,-48-67-186,4-9 0,238 83 0,-297-132 186,256 91 0,834 174-1058,-650-199 1058,-273-64 0,-136-28 0,307 49 0,-291-50 0,1061 110 0,-1205-136 0,652 48 0,-267-23 0,-302-21 0,71 8 0,153 5 0,-2-5 0,15 1 0,-75-5-390,201-6 390,-284-10 0,1618 3 2006,-1575-19-2006,-42 2 0,-133 13 0,107-21 0,-69 8 0,111-11 0,19-15 0,-39 4 0,199-37 0,-132 27 0,54 2 0,-195 32 0,-68 10 0,216-33 0,-257 31 0,-14 3 0,-1 0 0,0 2 0,22-1 0,27-7 0,-32 4 0,-91 2-1365,45 0-5461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2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1 24575,'-2'8'0,"1"-1"0,-2 0 0,1 1 0,-1-1 0,-4 7 0,0 4 0,-71 252 0,43-136 0,-40 166-569,31-116 466,-28 148-1198,-24 128 1357,-13 51-834,-34 106 2755,82-318-1259,59-287-718,1 0 0,0 0 0,0 1 0,3 19 0,-2-31 0,0-1 0,0 0 0,0 0 0,0 0 0,0 0 0,0 0 0,0 1 0,0-1 0,0 0 0,0 0 0,0 0 0,0 0 0,0 0 0,0 1 0,0-1 0,0 0 0,0 0 0,0 0 0,0 0 0,0 0 0,0 1 0,0-1 0,0 0 0,0 0 0,1 0 0,-1 0 0,0 0 0,0 0 0,0 0 0,0 0 0,0 1 0,0-1 0,1 0 0,-1 0 0,0 0 0,0 0 0,0 0 0,0 0 0,0 0 0,1 0 0,-1 0 0,0 0 0,0 0 0,0 0 0,0 0 0,0 0 0,1 0 0,-1 0 0,0 0 0,0 0 0,0 0 0,0 0 0,0 0 0,1 0 0,-1 0 0,0-1 0,0 1 0,0 0 0,0 0 0,0 0 0,1 0 0,8-13 0,7-20 0,-16 33 0,34-81 199,-15 34-720,1 2-1,41-68 1,-49 96-6305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2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24575,'3'45'0,"3"-1"0,20 84 0,-24-118 0,26 139-309,10 195 0,-24-184 200,0 86-756,-8-114 527,16 778 338,-4-471-371,-9-289 207,0 4 2220,-10 517-1647,1-668-500,1-1 0,-1 1 0,-1 0 0,1-1 0,0 1 0,0-1 0,-1 1 0,0 0 0,1-1 0,-1 1 0,0-1 0,0 1 0,-1-1 0,-1 4 0,-5 1-6735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3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0 24575,'-1'11'0,"-1"0"0,0 0 0,-7 20 0,3-8 0,-97 428 0,-17 123 0,66-294 0,35-186 0,-59 264 0,66-310 0,-221 785 0,224-802 0,-18 50 0,24-75 0,1 0 0,-1 0 0,-1-1 0,1 1 0,-1-1 0,0 1 0,0-1 0,0 0 0,-10 8 0,13-12 5,0 0 0,-1 0 0,1 0 0,-1-1 0,1 1 0,-1 0 0,0-1 0,1 1 0,-1-1 0,0 1 0,1-1 0,-1 0 0,0 1 0,0-1 0,1 0 0,-1 0 0,0-1 0,0 1 0,1 0 0,-1 0 0,0-1 0,1 1 0,-3-2 0,-1 0-217,1-1 0,-1 0 0,1 0-1,0 0 1,0 0 0,-5-7 0,-5-3-6614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3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0 24575,'-3'6'0,"0"0"0,0 0 0,0 0 0,1 0 0,0 0 0,0 1 0,1-1 0,0 1 0,0-1 0,0 1 0,1 0 0,1 12 0,-5 27 0,-19 132 0,20-143 0,-18 215 0,-14 12 0,0 2 0,10-140 0,5-29 0,20-94 4,-1 0 1,1 1-1,0-1 0,0 1 0,0-1 0,0 1 0,0-1 0,0 0 0,1 1 1,-1-1-1,0 1 0,1-1 0,-1 0 0,1 1 0,0-1 0,-1 0 0,1 0 1,0 1-1,0-1 0,-1 0 0,1 0 0,0 0 0,0 0 0,1 0 0,-1 0 1,0 0-1,0-1 0,2 2 0,1 0-190,0 0 1,0-1-1,1 1 0,-1-1 1,0 0-1,1 0 1,8 0-1,3-1-6640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4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0 24575,'0'36'0,"0"47"0,14 117 0,-9-135 0,-1 0 0,-7 68 0,0-18 0,2-75 0,-3-1 0,-1 1 0,-2-1 0,-18 58 0,-56 133 0,76-217 0,2-5 0,-1 0 0,1 0 0,1 1 0,0 0 0,0-1 0,0 12 0,1-19 0,2 0 0,-1 0 0,0 0 0,0 0 0,0 0 0,0 0 0,1 0 0,-1 0 0,0 0 0,1 0 0,-1 0 0,1 0 0,-1 0 0,1 0 0,-1 0 0,1 0 0,0 0 0,0-1 0,-1 1 0,1 0 0,0 0 0,0-1 0,1 1 0,0 0 0,0 0 0,1 0 0,-1-1 0,1 0 0,0 1 0,-1-1 0,1 0 0,-1 0 0,1 0 0,-1 0 0,1-1 0,-1 1 0,1-1 0,2-1 0,51-10 0,0 3 0,80-4 0,-70 11 0,104-10 0,-137 8 0,43 2 0,-48 2 0,1-2 0,35-5 0,94-13 0,97-3 0,-176 15 0,45-1 0,-27 10 0,-89-1 0,-31 0 0,-2 0 0,-246 0-1365,256 0-5461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5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694 0 24575,'4'3'0,"0"-1"0,0 0 0,0 1 0,0 0 0,-1 0 0,0 0 0,1 0 0,-1 1 0,0-1 0,4 7 0,3 2 0,32 32 0,-2 1 0,-2 3 0,58 93 0,-94-139 0,-1 1 0,1-1 0,-1 1 0,0-1 0,0 1 0,-1 0 0,1 0 0,0-1 0,-1 1 0,0 0 0,1 0 0,-1 0 0,0 0 0,-1 0 0,1-1 0,0 1 0,-1 0 0,0 0 0,-1 4 0,0-3 0,0 0 0,-1-1 0,1 1 0,-1 0 0,0-1 0,0 1 0,0-1 0,-1 0 0,1 0 0,-1-1 0,-4 4 0,-11 5 0,-1-2 0,0 0 0,0-1 0,-24 6 0,38-12 0,-57 13 0,0-2 0,-69 4 0,41-5 0,13-3 0,-80 15 0,134-19 0,0 1 0,0 1 0,1 1 0,-32 17 0,51-23 0,0 1 0,-1-1 0,1 1 0,1 0 0,-1 1 0,0-1 0,1 1 0,-1-1 0,1 1 0,0 0 0,1 0 0,-1 0 0,1 1 0,-1-1 0,1 1 0,-1 5 0,0-2 0,2 1 0,-1 0 0,1-1 0,0 1 0,1 0 0,0 0 0,0 0 0,3 13 0,0-4 0,1 0 0,1 0 0,1-1 0,0 0 0,1 0 0,1-1 0,1 1 0,13 18 0,31 52 0,-43-67 0,1-2 0,0 1 0,1-1 0,1-1 0,17 17 0,-6-11 0,-1 1 0,-1 0 0,23 37 0,-38-50 0,0 0 0,-1 1 0,-1 0 0,0 0 0,0 1 0,-1-1 0,-1 1 0,0 0 0,-1 0 0,0 0 0,-1 15 0,17 168 0,-10-129 0,1 76 0,-9-98 0,1-18 0,-1 0 0,-2-1 0,-8 50 0,9-72 0,-30 98 0,28-94 0,0 0 0,-1-1 0,0 1 0,0-1 0,-1 0 0,0 0 0,0 0 0,-1-1 0,1 0 0,-11 9 0,12-13-80,-1 0 0,1 0-1,-1 0 1,0 0 0,0-1-1,1 0 1,-1 0 0,0 0-1,0-1 1,0 1 0,0-1 0,0 0-1,0-1 1,0 1 0,0-1-1,-6-2 1,0-1-6746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24575,'2'19'0,"1"0"0,0 0 0,2 0 0,0 0 0,14 31 0,3 17 0,54 290 0,30 458-557,-85-589 403,74 525-839,-41-470 1004,37 177-500,-76-383 1035,-2 0-1,-4 2 1,-1 99-1,-43-238-545,-49-98-1365,75 145-5461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6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24575,'-3'1'0,"1"0"0,-1 0 0,1 0 0,-1 0 0,1 0 0,-1 1 0,1-1 0,-1 1 0,1 0 0,0-1 0,0 1 0,0 0 0,-3 4 0,-23 30 0,11-7 0,1 1 0,2 1 0,0 0 0,2 1 0,2 0 0,1 1 0,1 0 0,-6 63 0,-28 172 0,39-254 0,2-9 0,0-1 0,1 1 0,-1-1 0,1 1 0,0-1 0,1 1 0,-1 0 0,1-1 0,0 1 0,0-1 0,0 0 0,1 1 0,-1-1 0,1 0 0,0 0 0,3 4 0,-1-2 0,0 0 0,1-1 0,0 0 0,0 0 0,0-1 0,1 1 0,0-1 0,-1 0 0,11 5 0,10 2 0,1-1 0,0-1 0,0-1 0,33 5 0,-43-9 0,79 13 0,172 7 0,96-24 0,-319-4 0,1-2 0,-1-2 0,0-2 0,48-17 0,-83 24 0,0 0 0,0-2 0,-1 1 0,0-1 0,0 0 0,0-1 0,12-10 0,-18 13 0,-1 1 0,0-1 0,0 0 0,0 0 0,0 0 0,0 0 0,-1 0 0,1 0 0,-1 0 0,0-1 0,0 1 0,0 0 0,-1-1 0,1 1 0,-1-1 0,0 1 0,1-1 0,-2 1 0,1-1 0,0 1 0,-1-1 0,1 1 0,-1 0 0,0-1 0,-3-5 0,-2-6-105,-2 1 0,1 0 0,-1 1 0,-1-1 0,-1 2 0,0-1 0,0 2 0,-1-1 0,-1 1 0,0 1 0,0 0 0,-26-16 0,23 18-6721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6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24575,'-2'152'0,"5"162"0,5-236 0,1 43 0,-9-91 0,0 1 0,2 0 0,2-1 0,0 0 0,2 1 0,19 56 0,-21-80 0,0-1 0,0 0 0,1 0 0,-1 0 0,1-1 0,1 1 0,-1-1 0,1-1 0,-1 1 0,1-1 0,1 0 0,-1 0 0,0 0 0,1-1 0,0 0 0,0-1 0,0 0 0,0 0 0,10 2 0,18 2 0,0-1 0,61 1 0,-80-6 0,313 2 73,-165-4-1511,-139 2-5388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6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0 24575,'-2'1'0,"0"-1"0,1 1 0,-1 0 0,0-1 0,0 1 0,1 0 0,-1 0 0,0 0 0,1 0 0,-1 1 0,1-1 0,0 0 0,-1 1 0,1-1 0,0 1 0,0-1 0,-2 4 0,-20 35 0,18-30 0,-20 41 0,-30 89 0,46-116 0,-3 16 0,-8 48 0,10-43 0,3-11 0,-26 143 0,30 74 0,5-132 0,-1-105 0,0-1 0,1 1 0,0-1 0,1 0 0,1 1 0,0-1 0,1-1 0,1 1 0,-1-1 0,2 0 0,0 0 0,0-1 0,1 1 0,1-2 0,0 1 0,0-1 0,21 17 0,4-1 0,0-1 0,2-1 0,1-3 0,56 26 0,-68-36 0,36 20 0,-57-28 0,-1-1 0,0 1 0,0-1 0,0 1 0,-1 0 0,1 0 0,-1 0 0,0 0 0,1 1 0,-2-1 0,1 1 0,0-1 0,-1 1 0,3 7 0,15 60 0,-11-45 0,-1 0 0,-1 1 0,-1 0 0,-1 0 0,-2 0 0,-1 42 0,-1-66 0,-1-1 0,0 0 0,0 0 0,0 0 0,0 1 0,0-1 0,0 0 0,-1-1 0,1 1 0,-1 0 0,1 0 0,-1-1 0,0 1 0,1-1 0,-1 1 0,0-1 0,0 0 0,0 1 0,0-1 0,-1 0 0,1 0 0,0-1 0,0 1 0,0 0 0,-1-1 0,1 1 0,0-1 0,-1 0 0,1 0 0,-5 0 0,-11 0 0,-1 0 0,-33-4 0,40 2 0,-3 0 0,0-2 0,1 0 0,-1 0 0,1-1 0,0-1 0,0 0 0,1-1 0,0-1 0,0 0 0,1-1 0,0 0 0,0 0 0,1-2 0,1 1 0,0-1 0,0-1 0,-10-15 0,-205-363-649,201 344-67,13 26-6110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37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24575,'1'1'0,"0"1"0,0-1 0,0 0 0,0 1 0,0-1 0,0 0 0,1 0 0,-1 0 0,0 0 0,1 0 0,-1 0 0,0-1 0,1 1 0,-1 0 0,1-1 0,-1 1 0,3 0 0,29 10 0,13-1 0,62 7 0,-32-7 0,-44-6 0,59-2 0,-61-2 0,-1 1 0,49 7 0,-44-4-22,1 0 1,-1-3-1,36-2 0,-14 0-1256,-41 1-5548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2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24575,'2'3'0,"0"-1"0,0 1 0,0 0 0,0-1 0,1 0 0,-1 1 0,1-1 0,-1 0 0,1 0 0,0 0 0,0-1 0,0 1 0,0-1 0,0 1 0,0-1 0,4 1 0,6 4 0,15 8 0,-19-11 0,-1 1 0,1 0 0,-1 1 0,0 0 0,-1 0 0,14 13 0,-20-16 3,-1 1 0,0-1-1,0 1 1,0-1 0,0 0-1,0 1 1,0-1 0,-1 1-1,1-1 1,-1 0-1,1 1 1,-1-1 0,0 0-1,0 1 1,0-1 0,-2 2-1,-3 14-1412,3-5-5416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2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1 227 24575,'3'-2'0,"-1"-1"0,1 1 0,0 0 0,-1-1 0,0 1 0,0-1 0,1 0 0,-2 0 0,1 0 0,0 0 0,0 0 0,1-5 0,3-3 0,9-12 0,1 1 0,1 0 0,24-24 0,-34 40 0,-1 0 0,1 0 0,0 1 0,0-1 0,1 2 0,-1-1 0,1 1 0,0 0 0,1 0 0,-1 1 0,1 0 0,-1 1 0,18-3 0,-24 5 0,0 0 0,-1 1 0,1-1 0,0 1 0,-1-1 0,1 1 0,-1-1 0,1 1 0,-1 0 0,1 0 0,-1-1 0,0 1 0,1 0 0,-1 0 0,0 1 0,0-1 0,1 0 0,-1 0 0,0 1 0,0-1 0,-1 0 0,1 1 0,0-1 0,0 1 0,-1-1 0,1 1 0,0 1 0,15 56 0,-10-32 0,101 229 0,-84-207 0,91 246 0,17 99 0,-91-298 0,8 27 0,-47-120 0,0 0 0,-1 0 0,1 0 0,-1 0 0,1 1 0,-1-1 0,0 0 0,0 0 0,-1 4 0,1-7 0,0 0 0,0 0 0,0 0 0,0 0 0,0 0 0,0-1 0,0 1 0,0 0 0,0 0 0,0 0 0,0 0 0,0 0 0,0 0 0,0 0 0,0 0 0,-1 0 0,1 0 0,0 0 0,0 0 0,0-1 0,0 1 0,0 0 0,0 0 0,0 0 0,0 0 0,0 0 0,0 0 0,0 0 0,-1 0 0,1 0 0,0 0 0,0 0 0,0 0 0,0 0 0,0 0 0,0 0 0,0 0 0,0 0 0,0 0 0,0 0 0,-1 0 0,1 0 0,0 0 0,0 0 0,0 0 0,0 0 0,0 0 0,0 0 0,0 0 0,0 1 0,0-1 0,0 0 0,0 0 0,-1 0 0,1 0 0,0 0 0,0 0 0,0 0 0,0 0 0,0 0 0,0 0 0,0 0 0,0 0 0,0 1 0,0-1 0,0 0 0,0 0 0,-6-20 0,-2-72-1365,4 76-5461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2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24575,'57'0'0,"-12"1"0,0-1 0,74-12 0,47-9 0,-29 5 0,195-49 0,-278 52 0,-35 9 0,0 0 0,0-1 0,-1-1 0,0-1 0,26-14 0,-23 10-109,20-15 344,-39 25-310,0-1 1,-1 1-1,1-1 1,-1 1-1,0-1 1,1 1-1,-1-1 1,0 0-1,0 0 1,0 0-1,0 0 0,-1 0 1,1 0-1,0 0 1,-1 0-1,1 0 1,-1 0-1,0 0 1,0-4-1,-1-6-6751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3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24575,'2'20'0,"0"0"0,1 0 0,10 31 0,2 16 0,37 196 0,-22-120 0,71 297 0,-32-150 0,-36-133 0,-12-46 0,6-1 0,42 113 0,-54-160 0,1 0 0,-16-62 0,1 0 0,-1-1 0,1 1 0,-1 0 0,1 0 0,-1 0 0,1-1 0,0 1 0,-1 0 0,1-1 0,0 1 0,0 0 0,0-1 0,-1 1 0,1-1 0,0 0 0,0 1 0,0-1 0,0 1 0,0-1 0,0 0 0,0 0 0,0 0 0,-1 0 0,1 1 0,0-1 0,0 0 0,0-1 0,0 1 0,0 0 0,0 0 0,0 0 0,0-1 0,0 1 0,0 0 0,0-1 0,0 1 0,-1 0 0,1-1 0,0 1 0,0-1 0,0 0 0,-1 1 0,1-1 0,0 0 0,45-40 0,-32 27 0,60-53-1365,-61 57-5461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3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887 19 24575,'0'1'0,"1"0"0,-1 0 0,1 0 0,-1-1 0,1 1 0,-1 0 0,1 0 0,0 0 0,0 0 0,-1-1 0,1 1 0,0 0 0,0-1 0,0 1 0,0-1 0,0 1 0,0-1 0,0 1 0,0-1 0,0 0 0,0 1 0,0-1 0,0 0 0,0 0 0,0 0 0,0 0 0,2 0 0,36 3 0,-35-3 0,28 0 0,60-10 0,-36 3 0,49 4 0,-73 3 0,0-1 0,46-7 0,-15 1 0,-124 39 0,-15 12 0,51-28 0,-1-1 0,0-1 0,-47 18 0,-521 155 0,587-185 0,-117 38 0,-182 86 0,191-80-1365,103-41-5461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0 390 24575,'26'-2'0,"0"-1"0,0-1 0,0-2 0,32-10 0,11-3 0,351-95 0,-399 107 0,243-80 0,-227 75 0,-17 7 0,-1-1 0,0 0 0,0-2 0,0 0 0,-1-1 0,-1-1 0,25-17 0,-41 27-22,-1-1 0,1 1 0,0-1 0,-1 1 0,1-1 0,0 0 0,-1 1 0,1-1 0,-1 0 0,1 0 0,-1 1 0,1-1 0,-1 0 0,0 0 0,1 0 0,-1 1 0,0-1 0,1 0 0,-1 0 0,0 0 0,0 0 0,0 0 0,0 0 0,0 0 0,0 1 0,0-1 0,0 0 0,0 0 0,-1 0 0,1 0 0,0 0 0,-1 0 0,1 1 0,0-1 0,-1 0 0,1 0-1,-1 1 1,1-1 0,-1 0 0,1 0 0,-1 1 0,0-1 0,1 1 0,-1-1 0,0 0 0,0 1 0,1 0 0,-1-1 0,0 1 0,0-1 0,0 1 0,1 0 0,-1-1 0,0 1 0,0 0 0,0 0 0,0 0 0,0 0 0,0 0 0,1 0 0,-2 0 0,-12-2-6804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24575,'16'52'0,"4"90"0,-4-35 0,4-1 0,67 205 0,51 82 0,-106-304 0,-19-60 0,-9-23 0,-1 0 0,0 0 0,0 0 0,-1 1 0,0-1 0,0 1 0,0 0 0,-1-1 0,0 1 0,0 0 0,-1 0 0,0 7 0,0-13 4,0 0-1,-1-1 0,1 1 1,0 0-1,-1 0 0,1-1 1,0 1-1,-1 0 0,1 0 0,-1-1 1,1 1-1,-1 0 0,0-1 1,1 1-1,-1-1 0,0 1 1,1-1-1,-1 1 0,0-1 1,1 1-1,-1-1 0,0 0 1,0 1-1,0-1 0,1 0 1,-1 0-1,0 1 0,0-1 1,0 0-1,0 0 0,0 0 1,1 0-1,-1 0 0,0 0 1,-1-1-1,-26-13-1488,16 3-5341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4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24575,'-8'2'0,"0"1"0,1 0 0,-1 0 0,1 0 0,0 1 0,0 0 0,0 1 0,1-1 0,-1 1 0,-9 10 0,1-2 0,-22 9 0,31-19 0,-1 0 0,1 0 0,0 1 0,0 0 0,1 0 0,-1 1 0,1 0 0,0 0 0,-6 7 0,11-12 0,-1 1 0,1-1 0,0 0 0,0 1 0,-1-1 0,1 1 0,0-1 0,0 1 0,0-1 0,-1 1 0,1-1 0,0 1 0,0-1 0,0 1 0,0-1 0,0 1 0,0 0 0,0-1 0,0 1 0,0-1 0,0 1 0,1-1 0,-1 1 0,0-1 0,0 1 0,0-1 0,1 1 0,-1-1 0,0 1 0,0-1 0,1 0 0,-1 1 0,1-1 0,-1 1 0,22 5 0,24-9 0,124-38 0,-111 27 0,53-14 0,195-24 0,-111 52 0,-145 3 0,54-6 0,-113 5 0,0 1 0,0 0 0,0 1 0,0 0 0,1 0 0,-1 1 0,1-1 0,0 2 0,1-1 0,-1 1 0,-8 10 0,5-7 0,0 1 0,-1-1 0,-19 11 0,-27 11-1365,37-23-5461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5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24575,'-19'177'0,"18"-145"0,-3-1 0,-10 48 0,-3 26 0,9-49 0,4-37 0,1 1 0,-1 37 0,4-52 0,1 0 0,-1 0 0,1 1 0,0-1 0,0 0 0,1 0 0,-1 0 0,1 0 0,0 0 0,1 0 0,-1-1 0,1 1 0,0-1 0,0 1 0,5 4 0,16 20 0,-1 0 0,-1 1 0,-1 1 0,16 34 0,-21-36 0,-7-16 0,1 0 0,0-1 0,0 0 0,21 18 0,-18-18 0,-1 0 0,0 1 0,12 17 0,-20-18-1365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5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883 319 24575,'1'1'0,"0"-1"0,0 1 0,0-1 0,0 1 0,0 0 0,-1 0 0,1-1 0,0 1 0,0 0 0,-1 0 0,1 0 0,0 0 0,-1 0 0,1 0 0,-1 0 0,1 0 0,-1 0 0,0 0 0,1 0 0,-1 0 0,0 2 0,9 34 0,-7-27 0,5 30 0,-2 1 0,-2-1 0,-1 1 0,-6 57 0,1-1 0,4-35 0,0-17 0,-1 0 0,-13 85 0,11-116 0,-37 147 0,32-143 0,0 1 0,-1-2 0,-1 1 0,0-1 0,-1 0 0,-19 22 0,13-18 0,-1-1 0,-1-1 0,-1-1 0,0-1 0,-2-1 0,0 0 0,0-2 0,-2 0 0,1-1 0,-2-2 0,1 0 0,-2-1 0,1-2 0,-46 10 0,42-13-117,1 0 201,1 0-1,-31 0 1,49-5-191,1 0 0,0-1 0,0 1 0,0-1 0,0-1 0,0 1-1,0-1 1,0 0 0,1-1 0,-1 0 0,1 0 0,-1 0 0,-5-5 0,1-1-6719</inkml:trace>
  <inkml:trace contextRef="#ctx0" brushRef="#br0" timeOffset="1">1 742 24575,'15'-11'0,"1"0"0,0 1 0,1 0 0,0 2 0,1 0 0,0 0 0,21-5 0,0 0 0,315-117 0,-291 105 0,-1-3 0,-1-2 0,-2-3 0,66-49 0,135-112 0,-220 165-682,61-57-1,-90 74-6143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5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565 0 24575,'-5'3'0,"0"-1"0,0 1 0,0 0 0,0 0 0,1 0 0,-1 1 0,1 0 0,0-1 0,0 2 0,0-1 0,1 0 0,-5 7 0,-1 0 0,-98 101 0,-40 48 0,135-146 0,-112 154 0,109-144 0,1 1 0,1 1 0,1 0 0,1 1 0,-9 34 0,14-37-273,1 0 0,1 0 0,1 0 0,1 38 0,2-46-6553</inkml:trace>
  <inkml:trace contextRef="#ctx0" brushRef="#br0" timeOffset="1">741 688 24575,'12'-1'0,"0"-1"0,0 1 0,0-2 0,0 0 0,-1 0 0,0-1 0,13-6 0,78-43 0,-79 40 0,-12 7-112,45-28 358,-53 32-361,0-1-1,0 0 1,0 1 0,0-1-1,0 0 1,0-1 0,-1 1-1,1 0 1,-1-1 0,0 1 0,0-1-1,2-6 1,-1-2-6711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6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1091 1 24575,'-3'2'0,"0"1"0,0 0 0,0-1 0,0 1 0,1 0 0,-1 1 0,1-1 0,0 0 0,0 1 0,0-1 0,-3 8 0,0-1 0,-71 97 0,-7 14 0,22-27 0,-116 137 0,147-194 0,-15 16 0,-59 56 0,-61 66 0,133-143 0,-1-2 0,-1-2 0,-2-1 0,-1-1 0,-71 36 0,92-56-1365,1-1-5461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8:26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24575,'13'2'0,"0"0"0,-1 1 0,1 1 0,-1 0 0,0 1 0,0 0 0,21 12 0,1 1 0,-6-4 0,-1 2 0,-1 1 0,-1 2 0,0 0 0,26 27 0,-1-2 0,-11-14 0,2-2 0,78 40 0,-36-22 0,46 28 0,152 63 0,-204-105 0,317 137 0,-246-107 0,-70-32 0,140 79 0,-211-104-105,0-1 0,-1 1 0,0 0 0,1 1 0,-2 0 0,1 0 0,-1 0 0,0 0 0,0 1 0,-1 0 0,1 0 0,5 15 0,-5-8-6721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9:57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24575,'16'53'0,"0"76"0,-3-45 0,24 117 0,-26-157 0,2 0 0,2-1 0,1-1 0,38 67 0,-40-85 0,1-1 0,1 0 0,1-1 0,20 20 0,1 1 0,-29-31 0,1 0 0,1-1 0,0 0 0,19 13 0,8 0 0,0-1 0,2-2 0,0-2 0,1-2 0,1-2 0,60 15 0,154 37 0,-177-50 0,99 8 0,-73-8 0,19 2 0,-20-3 0,-70-9 0,-1-2 0,44 1 0,-40-3 0,0 0 0,47 12 0,128 15 0,-53-15 0,176 26 0,-173-24 0,1 0 0,-95-9 0,39 2 0,11 0 0,-42-2 0,4-1 0,75 3 0,83 8 0,-14-5 0,68 4 0,-228-11 0,212 11 0,-118-7 0,-70-2 0,2-1 0,106 3 0,82 8 0,-125-8 0,-63-2 0,356 27 0,-270-19 0,66 3 0,49-1 0,-30-6 0,-17-6 0,-152-7 0,101 11 0,-75-1 0,163-8 0,-120-4 0,-1 5 0,171-4 0,-229-6 0,81-2 0,-92 10 0,-9-1 0,119 13 0,-32-2 0,-9-2 0,18 5 0,-49-5 0,305-2 0,-244-8 0,-63 3 0,139-3 0,-168-6 0,68-2 0,93-7 0,-38 15 0,223 5 0,-334 5 0,61 1 0,146 9 0,-148-16 0,176-5 0,-29-32 0,-192 18 0,112-28 0,-24 4 0,-176 36 0,64-10 0,151-3 0,-68 0 0,-136 17 0,76-11 0,70-6 0,-22-12 0,-39 6 0,23 2 0,-31 4 0,-71 13 0,125-6 0,-2-7 0,-106 18 0,-6 2 0,126-14 0,-146 7 0,86 3 0,-90 3 0,0-2 0,70-9 0,-25 2 0,-63 7 0,-1 0 0,34-7 0,-20 2 0,1 2 0,0 1 0,-1 3 0,45 3 0,8 0 0,-9-4 0,-12-1 0,1 4 0,68 10 0,-64-5 0,-1-3 0,98-6 0,-42 0 0,460 2 0,-410-19 0,-81 21 0,107-4 0,-202 2 7,0 0-1,0 0 0,0 0 0,0 0 1,0 0-1,0 0 0,0-1 1,0 1-1,0 0 0,0-1 1,0 1-1,0 0 0,0-1 0,0 1 1,0-1-1,-1 0 0,1 1 1,1-2-1,-2 2-52,-1-1-1,1 1 1,0-1-1,0 1 1,-1-1-1,1 1 1,0-1 0,-1 1-1,1-1 1,-1 1-1,1 0 1,0-1 0,-1 1-1,1 0 1,-1-1-1,1 1 1,-1 0 0,1 0-1,-1-1 1,0 1-1,1 0 1,-1 0 0,1 0-1,-1 0 1,1 0-1,-1 0 1,1 0 0,-1 0-1,0 0 1,1 0-1,-2 0 1,-10-1-6780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9:57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24575,'0'742'0,"-18"-566"0,20-116 0,0-41 0,-1 0 0,0 1 0,-2-1 0,0 0 0,-1 0 0,-1 0 0,-7 23 0,9-40 5,0-1 1,0 1-1,0 0 0,0-1 0,0 1 0,0 0 1,0-1-1,-1 1 0,1-1 0,-1 0 1,1 1-1,-1-1 0,1 0 0,-1 0 0,0 0 1,1 0-1,-1 0 0,0-1 0,0 1 0,0 0 1,0-1-1,-3 1 0,0 0-154,1-1 1,0 0-1,-1 0 1,1 0-1,-1-1 1,1 1-1,-1-1 1,1 0-1,-5-2 1,-3-2-6678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9:58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24575,'0'460'0,"-10"-383"0,2-32 0,-11 15 0,16-53 0,0 1 0,0 0 0,0 0 0,1 0 0,0 0 0,-1 16 0,3-23 3,1 0 0,-1-1-1,0 1 1,0 0 0,1-1-1,-1 1 1,1-1-1,-1 1 1,1 0 0,-1-1-1,1 1 1,-1-1 0,1 1-1,-1-1 1,1 1 0,0-1-1,-1 0 1,1 1 0,0-1-1,-1 0 1,1 1 0,0-1-1,-1 0 1,1 0 0,0 0-1,0 1 1,-1-1 0,1 0-1,0 0 1,1 0-1,27 0-658,-24 0-135,10-1-6035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9:58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24575,'6'8'0,"0"1"0,-1 0 0,0 0 0,-1 0 0,0 0 0,-1 1 0,0-1 0,0 1 0,-1 0 0,0 0 0,1 14 0,7 27 0,61 283 0,-45-198 0,-2-25 0,12 67 0,-3-5 0,5 42 0,-36-193 0,13 185 0,-15-182 0,0-9 0,0 1 0,0-1 0,-2 1 0,0-1 0,-7 26 0,8-38 0,0 0 0,-1-1 0,0 1 0,0-1 0,0 1 0,0-1 0,0 0 0,-1 1 0,1-1 0,-1 0 0,0-1 0,0 1 0,0 0 0,0-1 0,-1 0 0,1 0 0,-1 0 0,1 0 0,-1 0 0,0-1 0,1 0 0,-1 1 0,0-1 0,0-1 0,0 1 0,0-1 0,0 1 0,-6-1 0,-7 0-1365,2-1-5461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39:59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24575,'1'0'0,"0"0"0,0 0 0,1 0 0,-1 0 0,0 1 0,0-1 0,1 0 0,-1 1 0,0-1 0,0 1 0,0 0 0,0-1 0,0 1 0,0 0 0,0 0 0,0-1 0,0 1 0,0 0 0,0 0 0,0 0 0,-1 0 0,1 0 0,0 0 0,-1 0 0,1 0 0,-1 1 0,1-1 0,-1 0 0,0 0 0,1 0 0,-1 1 0,0-1 0,0 0 0,0 0 0,0 1 0,0-1 0,0 0 0,0 0 0,0 1 0,0-1 0,-1 0 0,0 2 0,-15 57 0,14-54 0,-37 80 0,29-67 0,1 1 0,0 0 0,1 1 0,1 0 0,-7 41 0,14-60 0,-1 0 0,1 0 0,0 0 0,0 0 0,1 0 0,-1 0 0,0 0 0,1 0 0,-1 0 0,1 0 0,0 0 0,0 0 0,-1 0 0,1 0 0,0 0 0,1-1 0,-1 1 0,0 0 0,0-1 0,1 1 0,-1-1 0,1 1 0,-1-1 0,1 0 0,0 0 0,0 1 0,-1-1 0,1-1 0,0 1 0,0 0 0,0 0 0,0-1 0,0 1 0,0-1 0,0 1 0,4-1 0,9 2 0,1-1 0,0-1 0,0 0 0,17-3 0,2 0 0,-14 2 0,1-1 0,36-7 0,-48 7 0,-1-1 0,1 1 0,-1-2 0,0 1 0,0-1 0,0-1 0,-1 0 0,12-8 0,-18 10-8,1 0 1,-1 0-1,0 0 0,0 0 0,0-1 1,0 1-1,-1-1 0,0 1 0,1-1 0,-1 0 1,1-5-1,2-7-1264,-1 5-5554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0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24575,'2'4'0,"-1"-1"0,0 1 0,1-1 0,0 0 0,0 1 0,0-1 0,0 0 0,5 6 0,7 10 0,10 37 0,23 78 0,-23-59 0,29 84 0,58 210 0,-23 19 0,0 88 0,-54-356 0,-22-82 0,13 68 0,-25-106 3,0 1-1,1 0 0,-1 0 1,0 0-1,0-1 1,0 1-1,1 0 0,-1 0 1,0 0-1,0 0 1,0 0-1,-1-1 0,1 1 1,0 0-1,0 0 0,0 0 1,0 0-1,-1-1 1,1 1-1,0 0 0,-1 0 1,1-1-1,-1 1 1,1 0-1,-1-1 0,1 1 1,-1 0-1,1-1 1,-1 1-1,0-1 0,1 1 1,-1-1-1,0 1 0,0-1 1,1 1-1,-1-1 1,0 0-1,0 1 0,0-1 1,1 0-1,-1 0 1,0 0-1,0 1 0,0-1 1,0 0-1,-1 0 1,-39-12-1249,39 11 1014,-13-5-6594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0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0 24575,'2'0'0,"-1"0"0,1 0 0,0 0 0,-1 1 0,1-1 0,0 0 0,0 1 0,-1-1 0,1 1 0,0-1 0,-1 1 0,1 0 0,-1 0 0,1 0 0,-1 0 0,1 0 0,-1 0 0,0 0 0,1 0 0,-1 0 0,0 1 0,0-1 0,1 2 0,-2-2 0,1 0 0,-1 0 0,0 0 0,0 0 0,0 0 0,0 0 0,0 0 0,0 1 0,0-1 0,0 0 0,0 0 0,-1 0 0,1 0 0,0 0 0,-1 0 0,1 0 0,0 0 0,-1 0 0,1-1 0,-1 1 0,0 0 0,1 0 0,-1 0 0,0 0 0,0-1 0,1 1 0,-1 0 0,0-1 0,0 1 0,0-1 0,0 1 0,0-1 0,0 1 0,0-1 0,0 1 0,0-1 0,-1 1 0,-38 13 0,0-1 0,-43 8 0,40-11 0,-69 25 0,110-34 0,-1 0 0,0 1 0,1-1 0,0 1 0,-1-1 0,1 1 0,0 0 0,0 0 0,0 0 0,0 0 0,0 1 0,0-1 0,1 0 0,-1 1 0,1-1 0,-1 1 0,1 0 0,0-1 0,0 1 0,1 0 0,-1 0 0,0-1 0,1 1 0,-1 0 0,1 0 0,0 0 0,0 0 0,0 0 0,1 0 0,-1-1 0,1 1 0,-1 0 0,1 0 0,0 0 0,2 4 0,4 11 0,1 1 0,0-1 0,2-1 0,11 17 0,-13-21 0,54 75 0,-25-39 0,-17-23 0,-14-20 0,-1 1 0,0 0 0,0 0 0,0 0 0,-1 1 0,4 10 0,-7-16 0,0 1 0,-1-1 0,0 1 0,1 0 0,-1-1 0,0 1 0,0 0 0,0-1 0,-1 1 0,1-1 0,-1 1 0,1 0 0,-1-1 0,0 1 0,0-1 0,0 0 0,0 1 0,-1-1 0,1 0 0,-1 1 0,1-1 0,-1 0 0,0 0 0,-3 3 0,-30 26 0,-1-1 0,0-2 0,-79 44 0,61-39 0,41-26 0,1 2 0,0 0 0,0 0 0,1 1 0,0 0 0,1 1 0,0 0 0,0 1 0,-13 22 0,23-34 0,0 0 0,0 1 0,-1-1 0,1 1 0,0-1 0,0 0 0,-1 1 0,1-1 0,0 1 0,0-1 0,0 1 0,0-1 0,0 1 0,0-1 0,0 1 0,0-1 0,0 1 0,0-1 0,0 0 0,0 1 0,0-1 0,0 1 0,0-1 0,0 1 0,0-1 0,1 1 0,-1-1 0,0 1 0,0-1 0,1 0 0,-1 1 0,0-1 0,1 1 0,-1-1 0,0 0 0,1 1 0,-1-1 0,0 0 0,1 0 0,-1 1 0,1-1 0,26 0 0,31-18 0,-57 17 0,115-37-1365,-97 32-5461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1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24575,'3'37'0,"1"0"0,2 0 0,17 60 0,2 11 0,66 458-753,-62-369 708,17 148-59,-44-319 121,17 271 868,-10-249-885,1 8 0,-9-54 0,-1 1 0,0-1 0,0 1 0,0-1 0,0 0 0,0 1 0,-1-1 0,1 0 0,-1 1 0,0-1 0,1 0 0,-1 0 0,0 1 0,0-1 0,-1 0 0,1 0 0,-3 3 0,1-3 7,-1 1 0,0-1 0,1 0 0,-1-1 0,0 1 1,0-1-1,0 1 0,0-1 0,0-1 0,-1 1 0,1 0 0,0-1 0,0 0 0,-1 0 0,1 0 0,-8-2 0,-68-14-1492,68 12-5341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1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24575,'-1'5'0,"-1"0"0,1 0 0,-1 0 0,0 0 0,0-1 0,0 1 0,-5 6 0,-6 16 0,5-5 0,-44 149 0,47-148 0,1 0 0,1 0 0,0 0 0,2 1 0,3 36 0,-2-58 0,1 0 0,-1 0 0,1 0 0,0 0 0,0-1 0,0 1 0,0 0 0,0 0 0,0 0 0,0-1 0,0 1 0,1 0 0,-1-1 0,1 0 0,-1 1 0,1-1 0,0 0 0,-1 1 0,1-1 0,0 0 0,0 0 0,0-1 0,0 1 0,0 0 0,0-1 0,0 1 0,0-1 0,0 1 0,0-1 0,3 0 0,11 1 0,0 0 0,0-2 0,19-2 0,-7 1 0,33 2 0,-33 1 0,0-1 0,0-2 0,46-8 0,-51 6 0,0 1 0,-1 1 0,26 1 0,-22 1 0,-1-1 0,31-6 0,21-1 51,-58 7-334,-1-1 0,1-1 0,-1 0-1,21-7 1,-28 5-6543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2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24575,'-1'0'0,"-1"1"0,0-1 0,1 1 0,-1 0 0,1-1 0,-1 1 0,1 0 0,-1 0 0,1 0 0,-1 0 0,1 0 0,0 0 0,-1 0 0,1 1 0,0-1 0,0 0 0,0 1 0,0-1 0,0 1 0,0-1 0,1 1 0,-1-1 0,0 1 0,1 0 0,-1-1 0,1 1 0,0 0 0,-1-1 0,1 5 0,-4 54 0,4-55 0,1 16 0,1 0 0,1 0 0,1 0 0,1-1 0,9 26 0,5 18 0,-14-19 0,-6-39 0,2 1 0,-1-1 0,1 1 0,0-1 0,1 1 0,2 8 0,-3-13 0,0-1 0,0 1 0,0 0 0,0-1 0,0 1 0,1-1 0,-1 1 0,0-1 0,1 1 0,0-1 0,-1 0 0,1 0 0,0 0 0,-1 0 0,1 0 0,0 0 0,0 0 0,0-1 0,0 1 0,0-1 0,0 1 0,0-1 0,0 0 0,0 0 0,2 0 0,215 0 110,-90-3-1585,-105 3-5351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2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24575,'1'9'0,"1"0"0,0 1 0,1-1 0,0-1 0,0 1 0,1 0 0,5 10 0,7 16 0,63 223 0,-35-103 0,-16-55 0,-8-27 0,38 89 0,11 14 0,-40-95 0,-3 1 0,16 94 0,-38-159 0,-3-11 0,1 0 0,-1 0 0,0 1 0,-1-1 0,1 10 0,-1-15 0,-1 0 0,1 0 0,0 0 0,0 0 0,-1 0 0,1 0 0,0-1 0,-1 1 0,1 0 0,-1 0 0,1-1 0,-1 1 0,1 0 0,-1 0 0,0-1 0,1 1 0,-1-1 0,0 1 0,1-1 0,-1 1 0,0-1 0,0 1 0,0-1 0,1 1 0,-1-1 0,0 0 0,0 0 0,0 1 0,0-1 0,0 0 0,0 0 0,0 0 0,0 0 0,1 0 0,-1 0 0,0 0 0,0 0 0,0-1 0,0 1 0,0 0 0,0 0 0,1-1 0,-1 1 0,-1-1 0,-11-3-1365,0 1-5461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3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24575,'-2'92'0,"4"99"0,0-180 0,1 0 0,-1 0 0,2 0 0,0 0 0,0-1 0,1 0 0,0 1 0,1-2 0,0 1 0,0-1 0,1 0 0,0 0 0,1 0 0,0-1 0,0-1 0,1 1 0,0-1 0,14 8 0,4 1 0,1 0 0,0-2 0,1 0 0,1-3 0,40 11 0,141 20 0,-146-32 0,127 36 0,-164-37 0,-12-4 0,0 0 0,-1 1 0,0 0 0,0 1 0,23 15 0,-33-17 0,0 0 0,-1 0 0,0 0 0,0 0 0,0 1 0,-1-1 0,0 1 0,0 0 0,0 0 0,-1 0 0,1 0 0,1 11 0,0 0 0,-1 1 0,-1-1 0,0 28 0,-3-37 0,1 0 0,-2 0 0,1 0 0,-1 0 0,0 0 0,-1 0 0,0-1 0,0 1 0,0-1 0,-1 0 0,-1 0 0,1 0 0,-1 0 0,0-1 0,0 1 0,-1-1 0,-9 7 0,8-7 0,-1 1 0,0-2 0,0 1 0,-1-1 0,1-1 0,-1 0 0,0 0 0,-1 0 0,1-1 0,0-1 0,-1 1 0,0-2 0,1 1 0,-12-1 0,1-1 13,1-2-1,0 0 1,-1-1-1,1-1 1,0-1-1,1-1 1,-1 0 0,-30-16-1,-1-7-642,-76-55 0,116 77 412,-5-4-6608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3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1 212 24575,'57'0'0,"-12"1"0,-1-1 0,76-12 0,-4 0 0,-21 3 0,170-40 0,-203 33 0,-1-2 0,-1-3 0,63-31 0,-110 42 120,-13 9-149,0 1 1,1 0-1,-1 0 1,0-1-1,0 1 1,0 0-1,0 0 1,0-1-1,0 1 0,0 0 1,0 0-1,1-1 1,-1 1-1,0 0 1,0-1-1,0 1 1,-1 0-1,1 0 0,0-1 1,0 1-1,0 0 1,0-1-1,0 1 1,0 0-1,0 0 0,0-1 1,0 1-1,-1 0 1,1 0-1,0-1 1,0 1-1,0 0 1,-1 0-1,1 0 0,0-1 1,0 1-1,-1 0 1,1 0-1,0 0 1,0 0-1,-1 0 1,1-1-1,0 1 0,0 0 1,-1 0-1,1 0 1,0 0-1,-1 0 1,1 0-1,0 0 1,-1 0-1,-8-2-6797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4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24575,'0'566'0,"1"-563"-91,-1-1 0,0 1 0,0 0 0,0-1 0,-1 1 0,1 0 0,-1-1 0,1 1 0,-1 0 0,0-1 0,0 1 0,0-1 0,0 1 0,-3 2 0,-3 3-6735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0:05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24575,'212'-13'0,"-194"11"0,135-19 0,-132 17 0,-1-1 0,1-1 0,-1-1 0,-1 0 0,24-13 0,-44 20-19,1 0 0,0 0 0,0 1-1,0-1 1,0 0 0,0 0 0,0 0-1,0 0 1,0 0 0,0 0 0,-1 0-1,1 0 1,0 0 0,0 0 0,0 0-1,0 0 1,0 0 0,0-1 0,0 1 0,0 0-1,-1 0 1,1 0 0,0 0 0,0 0-1,0 0 1,0 0 0,0 0 0,0 0-1,0 0 1,0 0 0,0 0 0,0 0-1,0 0 1,-1-1 0,1 1 0,0 0 0,0 0-1,0 0 1,0 0 0,0 0 0,0 0-1,0 0 1,0 0 0,0 0 0,0-1-1,0 1 1,0 0 0,0 0 0,0 0-1,0 0 1,0 0 0,0 0 0,0 0 0,0 0-1,0-1 1,0 1 0,0 0 0,0 0-1,1 0 1,-1 0 0,0 0 0,0 0-154,-8-1-6653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2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24575,'14'294'0,"1"-69"0,-1-53 0,-8-74 0,1 360-839,-10-255 923,3 211 1865,0 551-8730,0-636 7300,0 0 4549,19-71-5068,-20 869 0,-18-879 0,20 2892 0,18-2925 0,-20 377 0,-18-415 0,20 475 0,-5-624 120,0-18-321,-2-15-1083,4-4-5542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28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24575,'11'1'0,"0"0"0,0 1 0,0 1 0,-1-1 0,13 6 0,43 9 0,88 10 0,-87-14 0,16-3-6,1-3 0,145-8 0,-88-1-510,322-12-721,553-7-803,-686 19 2040,350 4 0,-485 6 0,104 2 0,177 8 0,-188-8 0,-114-2 0,361 24 0,-269-13 0,668 17-1100,-524-18 1100,-383-18 0,564-14 0,-332 8-36,41-3-9,-56 0 45,-12 1 0,47-1 0,12 0 0,63-12 0,0 3 0,684-4 0,-800 23 0,112 17 0,-170-8 0,-63-1 0,182 8 0,-185-9 0,54 1 0,112 9 0,-36 2 725,-104-5-411,317 47-288,-315-39 248,-132-21-161,576 70 3326,-495-65-3332,92 3-113,100 3 6,-161-5 0,121-9 0,-84-2 0,-67 4 0,0 1 0,127-15 0,51-8 0,-108-1 0,207-55 0,-292 52 0,-51 15 0,53-12 0,-77 22 0,-1 0 0,1 0 0,-1 0 0,1 0 0,-1 0 0,1 0 0,-1 1 0,1-1 0,-1 1 0,0-1 0,1 1 0,-1-1 0,1 1 0,-1 0 0,0-1 0,0 1 0,0 0 0,1 0 0,-1 0 0,0 0 0,0 0 0,0 0 0,0 1 0,-1-1 0,1 0 0,0 0 0,0 1 0,-1-1 0,1 0 0,-1 1 0,1-1 0,-1 2 0,14 58 0,-9-33 0,68 277 0,-19-73 0,21 107 10,-15-82-121,-26-96-33,74 417-221,-81-400 365,8 62 0,15 94 385,-12-100-160,15 132-225,-46-311 0,7 46 0,2 132 0,1-9 0,1 118 0,-1 32 0,-8-270 0,-5-72 0,1 44 0,-5-59 0,-1 68 0,15 130 0,-10-180 0,-2 44 0,-2-49 0,1 0 0,7 43 0,-3-36 0,-1 0 0,-3 71 0,-2-69 0,1 0 0,9 54 0,-4-48 0,-2 0 0,-5 85 0,3 38 0,6-98 0,4 75 0,-10-104 0,7 41 0,-2-32 0,-3 96 0,-4-104 0,2-1 0,9 66 0,-6-71 0,0 1 0,-3 43 0,-1-40 0,8 65 0,13 97 0,-3 38 0,-1-14 0,1 9 0,-1-15 0,6 30 0,-5-88 0,-10-103 0,1 24 0,8 93 0,-8-55 0,0 5 0,-9 703 0,-4-798-1365,1-19-5461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29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24575,'105'19'0,"-55"-20"0,54-8 0,38 0 0,184-4 0,-122 1-681,70-5-375,88-11-368,-187 17 947,571-32 477,-722 42-5,811-14-2185,-479 13 2190,318 4 0,66 34-621,-474-20 295,830 52-49,-188-16 469,-502-34 559,0-1-653,5 1 0,184-12 0,-336-9 0,-54-7 0,-71 2 0,-2 1 0,130-3 0,260-8 1818,1463 19 2711,-1940-4-4509,0-2 0,83-20 0,-30 5-19,-27 6-1,-41 7 0,0 1 0,0 2 0,35-1 0,214-13 0,-165 17 0,124 3 0,-158 6 0,60 2 0,91 8 0,434-19 0,-487-17 0,-135 17 0,72-11 0,-78 9 0,-1 1 0,1 2 0,-1 2 0,43 7 0,8 0 0,85 8 0,-48 0 0,-80-10 0,84 4 0,-82-10 0,82 11 0,-98-9 0,0-1 0,1-1 0,-1-2 0,0-1 0,51-11 0,26 0-58,0 5 0,145 7 0,-123 2-1133,-113-1-5635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3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0 24575,'18'213'0,"0"69"0,-5-74 0,-11-187 0,3 302 0,-8-173 0,3 2548 0,-18-2442 0,5-16 0,-23 168 0,-3-16 0,20-177 0,2 11 0,-18 216 0,27-353 0,-2 33 0,0 7 0,3-62 0,-1 2 0,-2 57 0,8-90 0,-1 0 0,-12 47 0,0 13 0,-3 72 0,0 23 0,11-123 0,2-34 0,0 44 0,-12 166 0,19-158 0,-4 127 0,-6-147 0,3-35 0,0 48 0,5-63 0,1 45 0,-3 0 0,-10 70 0,7-82 0,1 1 0,6 82 0,1-32 0,-5 26 0,4 136 0,6-194 0,-3-27 0,0 44 0,-7 8 0,4 131 0,6-167 0,-4-38 0,-1 1 0,0 25 0,-3-27-116,1 3-134,-2 0 0,0 0 0,-1 0 1,-7 25-1,6-34-6576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5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0 24575,'-15'52'0,"9"44"0,7 106 0,2-64 0,-22 104 0,7 35 0,-56 393 0,27-282 0,37-321 0,-15 184 0,-12 115 0,17-126 0,8-64 0,-2 26 0,0-84 0,8 118 0,0 29 0,-8-152 0,-2 72 0,11 1438 0,17-1376 0,-1 158 0,-3-104 0,-7 72 0,-10-211 0,2-59 0,3 111 0,6-145 0,-4-39 0,1 44 0,13 174 0,-1-72 0,-16-128 0,12 80 0,-9-84 0,-2 0 0,-4 61 0,0-53 0,4 55 0,6-46 0,-4-35 0,2 46 0,-5-30 0,11 76 0,-6-56 0,-3 0 0,-5 73 0,-1-24 0,5-26 0,-4 94 0,1-173-170,0 0-1,0-1 0,-1 1 1,1 0-1,-1-1 0,0 1 1,-5 8-1,1-5-6655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7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24575,'0'3'0,"0"4"0,0 4 0,0 3 0,0 2 0,0 2 0,0 0 0,0 0 0,0 1 0,0-1 0,0 0 0,0 0 0,0 0 0,0 0 0,0-1 0,-3 1 0,-1-4-8191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1 833 24575,'1'-13'0,"2"-1"0,0 0 0,0 1 0,1 0 0,12-26 0,-4 11 0,-4 9 0,0 0 0,2 1 0,0 1 0,1 0 0,16-20 0,74-73 0,-9 9 0,-58 60 0,-9 12 0,-1-1 0,-2-1 0,34-61 0,-10 21 134,-9 15-1633,-32 46-5327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7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0 24575,'-147'160'0,"32"-31"0,46-39-1365,60-80-5461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8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24575,'0'496'0,"18"-356"0,-16-112 0,2 1 0,1-1 0,15 48 0,-5-18 0,4-1 120,-17-54-203,-1 0 1,1 0-1,-1-1 1,1 1-1,0-1 1,0 1-1,0-1 1,0 0-1,0 0 1,1 0-1,-1 0 1,1 0-1,-1-1 1,1 1-1,0-1 1,-1 1-1,5 0 1,5 1-6744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 24575,'0'6'0,"1"0"0,0 0 0,1 0 0,-1-1 0,1 1 0,0 0 0,6 10 0,-5-10 0,0 1 0,0 0 0,-1 0 0,0 0 0,2 9 0,3 33 0,-3-32 0,-2 0 0,0 0 0,-1 30 0,-2-40 0,0 0 0,0 0 0,-1 0 0,0 0 0,0-1 0,-1 1 0,1-1 0,-2 0 0,1 1 0,-1-1 0,1-1 0,-10 11 0,-1 1 0,-1-2 0,0 1 0,-1-2 0,-1 0 0,0-1 0,-1-1 0,-38 20 0,39-23-1365,1-1-5461</inkml:trace>
  <inkml:trace contextRef="#ctx0" brushRef="#br0" timeOffset="1">0 600 24575,'44'-14'0,"-19"4"0,206-37 0,-123 22 102,-77 16-836,60-8 1,-76 15-6093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24575,'27'1'0,"0"-2"0,-1 0 0,1-2 0,-1-1 0,47-13 0,130-53 0,-180 64-23,-17 4-145,0 1 1,-1-1-1,0 0 0,1 0 0,-1 0 1,0-1-1,5-3 0,-1-1-6658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9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 24575,'5'-2'0,"1"-1"0,0 1 0,-1-1 0,1 0 0,-1 0 0,0 0 0,0-1 0,0 0 0,-1 0 0,1 0 0,5-8 0,2 1 0,134-113 0,-137 115-1365,-2 1-5461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39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24575,'-1'24'0,"-2"1"0,0-1 0,-1 0 0,-14 45 0,-17 72 0,20-84 0,6-21 0,-2-1 0,-19 47 0,24-71 0,0 1 0,0-1 0,-2 0 0,1-1 0,-1 0 0,0 0 0,-1 0 0,0-1 0,-1-1 0,-17 13 0,19-16 0,4-3 0,0 0 0,0 1 0,0-1 0,0 1 0,1 0 0,-1 0 0,1 0 0,0 0 0,0 0 0,0 1 0,0-1 0,1 1 0,-3 5 0,5-8 0,1 0 0,-1 1 0,1-1 0,0 0 0,0 0 0,0 0 0,0 0 0,-1 0 0,1 0 0,1 0 0,-1 0 0,0 0 0,0 0 0,0-1 0,0 1 0,1 0 0,-1-1 0,0 1 0,0-1 0,1 1 0,-1-1 0,2 1 0,33 8 0,18-4 0,1-3 0,67-4 0,-17-1 0,-81 4 0,0-1 0,1-1 0,-1-2 0,0 0 0,1-1 0,-2-2 0,25-8 0,-47 14 0,-1 0 0,1 0 0,0 0 0,-1 0 0,1 0 0,0 0 0,-1-1 0,1 1 0,0 0 0,-1 0 0,1-1 0,-1 1 0,1 0 0,0-1 0,-1 1 0,1-1 0,-1 1 0,1-1 0,-1 1 0,1-1 0,-1 1 0,0-1 0,1 1 0,-1-1 0,0 0 0,1 1 0,-1-1 0,0 1 0,0-1 0,1-1 0,-20-5 0,-34 2 0,35 6-1365,1-1-5461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1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1 24575,'0'5'0,"-2"0"0,1 0 0,0 0 0,-1 0 0,0 0 0,0-1 0,0 1 0,-1-1 0,1 1 0,-1-1 0,0 0 0,-1 0 0,-3 4 0,-54 52 0,50-50 0,-20 16 0,2 3 0,0 0 0,2 2 0,2 0 0,-38 61 0,-31 108-60,64-131-1245,26-61-5521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24575,'1'55'0,"12"85"0,23 144 0,-31-188 0,-5-68 0,2-1 0,5 32 0,14 117 0,-16-115 0,-5 113 0,-2-74 0,2-98 0,1 1 0,-2-1 0,1 1 0,0-1 0,0 1 0,-1-1 0,1 0 0,-1 1 0,0-1 0,0 0 0,0 1 0,-1 2 0,-7-5 0,-3-19 0,10 14-84,-30-78-1197,27 63-5545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0 24575,'-2'3'0,"1"0"0,-1 0 0,0-1 0,0 1 0,0 0 0,-1-1 0,1 0 0,-1 1 0,1-1 0,-1 0 0,0 0 0,1-1 0,-5 3 0,-12 10 0,-63 55 0,52-46 0,2 1 0,-39 41 0,61-59 0,0 1 0,1 0 0,0 0 0,0 1 0,1-1 0,0 1 0,0 0 0,0 0 0,1 1 0,1-1 0,0 1 0,0-1 0,0 1 0,1 0 0,0 13 0,1-20 0,0-1 0,0 1 0,0-1 0,1 1 0,-1-1 0,1 1 0,-1-1 0,1 1 0,-1-1 0,1 0 0,0 1 0,0-1 0,0 0 0,0 0 0,0 1 0,0-1 0,0 0 0,0 0 0,0 0 0,0 0 0,3 1 0,0 0 0,0 0 0,0-1 0,0 1 0,0-1 0,0 0 0,0 0 0,0 0 0,5 0 0,10-1 0,0 0 0,34-5 0,-44 4 0,16-5-151,0 0-1,0-2 0,-1 0 0,0-2 1,-1-1-1,0-1 0,-1 0 1,35-27-1,-42 27-6674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24575,'-3'5'0,"0"0"0,0 0 0,1 1 0,-1-1 0,1 1 0,0 0 0,1 0 0,-1 0 0,1 0 0,0 6 0,-8 25 0,-69 219 0,-3 9 0,2-16 0,79-248 0,-1-1 0,1 1 0,0 0 0,0 0 0,0-1 0,0 1 0,-1 0 0,1 0 0,0-1 0,0 1 0,0 0 0,1 0 0,-1 0 0,0-1 0,0 1 0,0 0 0,0 0 0,1-1 0,-1 1 0,0 0 0,1-1 0,-1 1 0,1 0 0,-1-1 0,1 1 0,-1-1 0,1 1 0,-1-1 0,1 1 0,-1-1 0,1 1 0,0-1 0,-1 1 0,1-1 0,0 0 0,-1 1 0,1-1 0,0 0 0,-1 0 0,1 1 0,0-1 0,0 0 0,-1 0 0,1 0 0,0 0 0,0 0 0,0 0 0,-1 0 0,1 0 0,0 0 0,0-1 0,0 1 0,55-11 0,-39 7 0,40 0 0,1 1 0,82 8 0,-55 3 0,62 2 0,-120-10 0,11 1 0,0-2 0,0-1 0,0-1 0,0-3 0,70-19 0,-94 20 0,0 0 0,-1-1 0,0 0 0,-1-1 0,1 0 0,-1-1 0,0-1 0,-1 0 0,12-12 0,-17 14 0,0-1 0,-1 0 0,1 0 0,-1 0 0,-1-1 0,0 1 0,0-1 0,0 0 0,-1 0 0,-1-1 0,1 1 0,-2-1 0,1 1 0,-1-16 0,0 7-1365,-1 3-5461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2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0 24575,'-9'1'0,"1"0"0,0 0 0,-1 1 0,1 0 0,0 0 0,0 1 0,0 0 0,0 0 0,1 1 0,-12 7 0,-10 9 0,-34 30 0,-9 6 0,16-21 0,1 3 0,-96 88 0,143-117 0,0 1 0,1 1 0,0-1 0,0 1 0,2 1 0,-1-1 0,1 1 0,1 0 0,0 0 0,-2 13 0,5-23-85,1-1 0,0 1-1,0-1 1,0 1 0,0-1-1,0 1 1,0-1 0,0 1-1,1-1 1,-1 1 0,0-1-1,1 1 1,-1-1 0,1 0-1,1 3 1,4 3-6741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3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828 1 24575,'-2'11'0,"1"1"0,-2-1 0,1 0 0,-1 0 0,-1 0 0,0 0 0,-1-1 0,0 1 0,0-1 0,-1 0 0,-1-1 0,-10 13 0,-17 20 0,-53 48 0,73-76 0,-17 12 0,0-1 0,-2-2 0,-1-1 0,-44 21 0,47-29 0,-1-1 0,1-2 0,-2-1 0,0-1 0,0-2 0,0-2 0,-60 3 0,6 7-1365,72-13-5461</inkml:trace>
  <inkml:trace contextRef="#ctx0" brushRef="#br0" timeOffset="1">104 459 24575,'8'-4'0,"-1"-1"0,1 1 0,-1 1 0,1 0 0,0 0 0,1 0 0,-1 1 0,0 0 0,14-1 0,9-3 0,131-26 0,28-8 0,-165 33 0,0-2 0,-1 0 0,0-2 0,0 0 0,31-22 0,-1 0-1365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3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24575,'88'17'0,"-56"-14"0,48 12 0,-53-9 0,0-1 0,0-1 0,28-1 0,25 8 0,-37-4 0,-37-6 0,-1 0 0,0 0 0,0 0 0,0 1 0,0 0 0,0 0 0,0 0 0,-1 0 0,1 1 0,0 0 0,-1 0 0,0 0 0,0 1 0,0-1 0,0 1 0,-1 0 0,1 0 0,-1 0 0,0 0 0,0 1 0,-1 0 0,1-1 0,-1 1 0,0 0 0,0 0 0,-1 0 0,1 0 0,0 9 0,6 34 0,-2 0 0,-2 0 0,-2 1 0,-6 58 0,2-94 0,0-1 0,0 0 0,-2 1 0,1-1 0,-11 21 0,12-29 0,0 0 0,0 0 0,0 0 0,-1-1 0,0 1 0,1-1 0,-1 0 0,-1 0 0,-3 4 0,5-6 0,0 0 0,1 0 0,-1 0 0,0 0 0,0-1 0,0 1 0,0-1 0,1 1 0,-1-1 0,0 1 0,0-1 0,0 0 0,0 0 0,0 0 0,0 0 0,0 0 0,0-1 0,0 1 0,0 0 0,0-1 0,-2 0 0,2 0-9,1 0-1,-1-1 1,0 1 0,1 0-1,-1-1 1,1 1-1,0 0 1,-1-1 0,1 0-1,0 1 1,0-1-1,0 0 1,0 0 0,0 1-1,0-1 1,0 0-1,1 0 1,-1 0 0,0-3-1,-2-5-1167,-2-1-5649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24575,'-1'5'0,"0"0"0,-1 0 0,0 0 0,0 0 0,0 0 0,-6 7 0,-5 15 0,-20 69 0,2-8 0,-32 155 0,31-127 0,32-116 0,0 0 0,0 0 0,0 1 0,0-1 0,0 0 0,0 0 0,0 0 0,-1 0 0,1 0 0,0 0 0,0 1 0,0-1 0,0 0 0,0 0 0,0 0 0,0 0 0,0 0 0,0 1 0,0-1 0,0 0 0,1 0 0,-1 0 0,0 0 0,0 0 0,0 0 0,0 1 0,0-1 0,0 0 0,0 0 0,0 0 0,0 0 0,0 0 0,0 0 0,1 0 0,-1 1 0,0-1 0,0 0 0,0 0 0,0 0 0,0 0 0,0 0 0,0 0 0,1 0 0,-1 0 0,0 0 0,0 0 0,0 0 0,0 0 0,0 0 0,1 0 0,-1 0 0,0 0 0,0 0 0,0 0 0,0 0 0,0 0 0,0 0 0,1 0 0,-1 0 0,0 0 0,0 0 0,0 0 0,0 0 0,0 0 0,0-1 0,1 1 0,12-10 0,12-16 0,10-22-1365,-25 32-5461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5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24575,'16'53'0,"37"266"0,-46-255 0,5 119 0,-2-113 0,-10-70-36,0 1 0,1-1 0,-2 0 1,1 0-1,0 1 0,0-1 0,0 0 0,0 1 0,0-1 0,0 0 0,0 1 0,0-1 0,0 0 0,0 0 0,-1 1 0,1-1 0,0 0 1,0 0-1,0 0 0,-1 1 0,1-1 0,0 0 0,0 0 0,0 0 0,-1 1 0,1-1 0,0 0 0,-1 0 0,1 0 0,0 0 0,0 0 1,-1 0-1,1 0 0,0 1 0,-1-1 0,1 0 0,-1 0 0,-5-1-6790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6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24575,'6'1'0,"-1"0"0,0 0 0,1 1 0,-1-1 0,0 1 0,9 6 0,16 4 0,337 81 0,-311-81 0,61 17 0,-113-27 0,0 0 0,1 0 0,-2 1 0,1 0 0,0-1 0,-1 1 0,1 1 0,-1-1 0,0 1 0,0-1 0,0 1 0,0 0 0,-1 0 0,0 0 0,2 4 0,31 77 0,-23-52 0,10 21 0,-1 1 0,-4 2 0,19 95 0,-22-66 0,-7-50 0,-1-1 0,-2 1 0,-1 0 0,-3 52 0,-1-85 4,0 0 1,0 0-1,0 0 0,0-1 0,0 1 0,-1 0 0,1-1 0,-1 1 0,0-1 1,0 0-1,0 0 0,0 1 0,0-1 0,0 0 0,-1-1 0,1 1 0,-1 0 1,1-1-1,-1 1 0,1-1 0,-1 0 0,0 0 0,0 0 0,0 0 0,0 0 1,1-1-1,-1 0 0,-3 1 0,-4 0-190,1 1 1,0-2-1,0 1 0,0-1 1,-1-1-1,1 0 1,-18-4-1,16 1-6640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6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24575,'30'2'0,"0"1"0,0 1 0,-1 2 0,31 9 0,8 2 0,-27-9 0,22 4 0,-47-6 0,-16-6 0,0 0 0,0 0 0,0 0 0,1 1 0,-1-1 0,0 0 0,0 0 0,0 0 0,0 0 0,0 0 0,0 0 0,0 0 0,0 1 0,0-1 0,0 0 0,0 0 0,0 0 0,0 0 0,0 0 0,0 1 0,0-1 0,0 0 0,0 0 0,0 0 0,0 0 0,0 0 0,0 1 0,0-1 0,0 0 0,0 0 0,0 0 0,0 0 0,0 0 0,0 0 0,0 1 0,0-1 0,0 0 0,0 0 0,-1 0 0,1 0 0,0 0 0,0 0 0,0 0 0,0 0 0,0 0 0,0 1 0,0-1 0,-1 0 0,1 0 0,0 0 0,0 0 0,0 0 0,0 0 0,0 0 0,-1 0 0,1 0 0,0 0 0,0 0 0,0 0 0,0 0 0,0 0 0,0 0 0,-1 0 0,1 0 0,0 0 0,0 0 0,-38 12-455,0 2 0,-49 27 0,75-34-6371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6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0 639 24575,'60'-1'0,"93"-12"0,-22-6 0,151-26 0,-240 37-1365,-25 6-5461</inkml:trace>
  <inkml:trace contextRef="#ctx0" brushRef="#br0" timeOffset="1">1217 21 24575,'141'18'0,"-85"-16"0,-25 0 0,0-2 0,0-1 0,33-5 0,-59 5-124,0-1 0,0 1 0,0-1 0,-1 1 0,1-1 0,0-1-1,-1 1 1,0-1 0,1 0 0,4-4 0,-1-1-6702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7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0 24575,'-10'104'0,"6"-71"0,-1 42 0,-12 239 0,17 277 0,2-547 0,1-1 0,14 61 0,10 92 0,-26-193 0,-1-1 0,1 0 0,-1 1 0,0-1 0,0 0 0,0 1 0,0-1 0,0 0 0,-1 0 0,1 1 0,-1-1 0,1 0 0,-1 0 0,0 1 0,0-1 0,0 0 0,0 0 0,0 0 0,0 0 0,-1 0 0,1-1 0,-1 1 0,-2 2 0,1-2 0,-1 1 0,1-1 0,-1-1 0,0 1 0,0 0 0,0-1 0,0 0 0,0 0 0,0 0 0,-1 0 0,-7-1 0,-9 0 0,1-1 0,-1-1 0,1-1 0,-25-7 0,31 6-195,0-1 0,0-1 0,0 0 0,1-1 0,0 0 0,-17-13 0,19 11-6631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7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24575,'2'-7'0,"0"0"0,1 1 0,-1 0 0,1-1 0,1 1 0,-1 0 0,5-6 0,0-1 0,-3 7 0,0-1 0,1 2 0,-1-1 0,1 1 0,0-1 0,0 2 0,1-1 0,-1 1 0,1 0 0,0 0 0,0 1 0,1-1 0,-1 2 0,1-1 0,-1 1 0,10-1 0,12-3 0,1 1 0,57-1 0,51-2 0,24-1 0,-117 9 0,0 2 0,-1 2 0,69 15 0,-78-12-1365,-20-5-5461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24575,'0'121'0,"11"291"0,2-178-534,-6-75 374,47 541-50,-51-649-317,15 415 5,0-50 522,0 221 0,-8-425 0,-2-87 0,50 551-1,-35-455-114,3 20-104,25 358-144,-38-293 363,-9 89 0,-3-51 0,17-96 0,0-15-173,17 169 2832,-27-328-2478,1 25-197,9 109 16,-19 275 0,19-325 0,-19 672 0,-17-672 0,19-149 0,-1 34 0,0-42 0,0 0 0,0 0 0,0 0 0,0 0 0,0 0 0,0 0 0,0 0 0,0 0 0,0 0 0,-1 0 0,1 0 0,0 0 0,-1-1 0,1 1 0,-1 0 0,1 0 0,-1 0 0,1 0 0,-1 0 0,1-1 0,-1 1 0,0 0 0,0 0 0,1-1 0,-1 1 0,0-1 0,0 1 0,0-1 0,-1 1 0,1-1-24,0-1-1,0 1 0,0-1 1,0 1-1,0-1 0,-1 0 0,1 0 1,1 1-1,-1-1 0,0 0 1,0 0-1,0 0 0,0 0 1,1 0-1,-1 0 0,0 0 1,1-1-1,-1 1 0,0-2 1,-1-1-848,-5-9-5954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49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24575,'10'9'0,"1"-1"0,0-1 0,1 0 0,-1 0 0,20 7 0,19 11 0,12 10 0,0-3 0,78 27 0,137 33 0,-241-80 0,895 250-577,-249-120-126,7-35-81,-633-99 777,735 106-1876,-43-24-349,1101 122 2232,-497-42-1183,-563-80 1183,-493-56 284,194 18 322,-257-34 1693,-100-1 1678,-87-10-3875,87 3-1,-126-10-101,-1 0 0,0 0 0,1 1 0,-1-1 0,0 1 0,0 1 0,0-1 0,0 1 0,0 0 0,0 0 0,11 7 0,-12-5 0,1 1 0,-1 0 0,0 0 0,0 0 0,-1 1 0,1 0 0,-1 0 0,0 0 0,-1 0 0,4 9 0,108 245 0,-99-220 0,-1 2 0,11 56 0,5 16 0,112 368-533,-80-262 304,32 199-1046,-42-167 1279,199 1405-1736,-199-1200 1732,-12-73 0,15 149 0,12 512 0,-50-662 0,-11-221-7,2 164-767,10 81 617,-20 794 482,19-891-325,-1 0 925,-17-145 2498,-1 82-3603,1-165 390,-1-56-210,-2 0 0,0 0 0,-2 0 0,-1-1 0,-1 1 0,-20 45 0,20-58-97,0-1-1,-1 0 1,0 0-1,-1-1 1,0 0-1,0 0 1,-2-1-1,1 0 1,-1-1-1,-1 0 1,1-1-1,-1-1 0,-15 8 1,15-9-6729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0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1 513 24575,'198'2'0,"211"-4"0,86-40-635,320-80-1706,-274 35 1075,-329 56 1055,751-93-2018,637 35 152,-1329 82 1940,259-2-505,-195 7 488,284 4 252,252 63 602,339 121 856,-770-113-1273,-86-42 1228,-175-19-974,-80-6 1310,148-9 0,-209-2-1519,1-1 0,-1-2 1,44-16-1,93-51-328,9 32 0,-174 41 0,5 0 0,-9 1 0,1 0 0,0-1 0,0 1 0,-1-1 0,1-1 0,6-2 0,-12 4 0,0 1 0,0-1 0,0 0 0,0 0 0,0 1 0,-1-1 0,1 0 0,0 0 0,-1 0 0,1 0 0,0 0 0,-1 0 0,1 0 0,-1 0 0,0 0 0,1 0 0,-1 0 0,0-1 0,0 1 0,1 0 0,-1 0 0,0 0 0,0 0 0,0 0 0,0-1 0,-1 1 0,1 0 0,0 0 0,0 0 0,-1 0 0,1 0 0,0 0 0,-1 0 0,1 0 0,-1 0 0,0 0 0,1 0 0,-1 0 0,0 0 0,0 0 0,1 0 0,-1 1 0,-1-2 0,-7-9-1365,0 0-5461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1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24575,'582'0'0,"-392"-18"0,68-1 0,-154 12 0,90-3 0,33-7 0,-215 16-195,0 1 0,0-2 0,1 0 0,-1 0 0,0-1 0,15-6 0,-16 4-6631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1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24575,'14'232'0,"39"461"-671,-48-467 154,4 55-201,1 296 2241,-13-344-1140,6-168-383,-2-35 0,0 0 0,-6 49 0,5-79 0,0 0 0,0 0 0,0 1 0,0-1 0,0 0 0,0 0 0,0 0 0,0 0 0,0 0 0,0 1 0,0-1 0,0 0 0,0 0 0,0 0 0,0 0 0,0 0 0,0 0 0,0 1 0,0-1 0,0 0 0,0 0 0,0 0 0,-1 0 0,1 0 0,0 0 0,0 1 0,0-1 0,0 0 0,0 0 0,0 0 0,0 0 0,-1 0 0,1 0 0,0 0 0,0 0 0,0 0 0,0 0 0,0 0 0,0 0 0,-1 0 0,1 0 0,0 0 0,0 0 0,0 0 0,0 0 0,0 0 0,-1 0 0,1 0 0,0 0 0,0 0 0,0 0 0,0 0 0,0 0 0,0 0 0,-1 0 0,1 0 0,0 0 0,0 0 0,0 0 0,0 0 0,0 0 0,-1-1 0,-8-11 0,-6-20 0,14 31 0,-87-193-1365,79 177-5461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0 24575,'-1'5'0,"0"1"0,-1-1 0,0 0 0,0 0 0,-1 1 0,1-2 0,-6 9 0,-5 11 0,0 11 0,2 0 0,2 2 0,-5 37 0,-4 15 0,-34 51 0,51-139 0,1-1 0,0 1 0,-1 0 0,1-1 0,0 1 0,0 0 0,0-1 0,-1 1 0,1 0 0,0-1 0,0 1 0,0 0 0,0 0 0,0-1 0,0 1 0,0 0 0,1-1 0,-1 1 0,0 0 0,0-1 0,0 1 0,1 0 0,-1-1 0,0 1 0,1 0 0,-1-1 0,0 1 0,1-1 0,-1 1 0,1-1 0,-1 1 0,2 0 0,-1-1 0,0 0 0,1 0 0,-1 0 0,1 0 0,-1-1 0,0 1 0,1 0 0,-1-1 0,0 1 0,1-1 0,-1 1 0,0-1 0,0 0 0,2-1 0,40-31 0,-22 14-1365,-11 10-5461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2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24575,'6'0'0,"17"-1"0,1 2 0,-1 0 0,0 1 0,0 1 0,0 1 0,29 9 0,-1 5-455,-2 1 0,88 49 0,-126-61-6371</inkml:trace>
  <inkml:trace contextRef="#ctx0" brushRef="#br0" timeOffset="1">600 0 24575,'1'25'0,"2"-1"0,0 1 0,8 25 0,-5-22 0,6 50 0,1 81 0,-8-107 0,-5 96 0,-1-66 0,-9 2 0,1-27 0,-4 6 0,13-63 0,0 1 0,0-1 0,0 0 0,0 0 0,0 0 0,0 0 0,0 0 0,0 0 0,0 0 0,0 0 0,0 0 0,0 0 0,0 0 0,0 1 0,-1-1 0,1 0 0,0 0 0,0 0 0,0 0 0,0 0 0,0 0 0,0 0 0,0 0 0,0 0 0,0 0 0,0 0 0,0 0 0,-1 0 0,1 0 0,0 0 0,0 0 0,0 0 0,0 0 0,0 0 0,0 0 0,0 0 0,0 0 0,-1 0 0,1 0 0,0 0 0,0 0 0,0 0 0,0 0 0,0 0 0,0 0 0,0 0 0,0 0 0,0 0 0,0 0 0,0 0 0,-1 0 0,1-1 0,0 1 0,0 0 0,0 0 0,0 0 0,0 0 0,0 0 0,0 0 0,0 0 0,0 0 0,0 0 0,0 0 0,0 0 0,0-1 0,0 1 0,0 0 0,0 0 0,0 0 0,-6-13 0,-2-14 0,2-7-1365,1 21-5461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2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24575,'3'41'0,"1"0"0,2 0 0,2-1 0,2 0 0,1 0 0,2-1 0,34 69 0,44 110 0,-33-73 0,13 53 0,-8-22 0,33 20 0,-95-195 0,2 6 0,0-1 0,0-1 0,1 1 0,0 0 0,1-1 0,-1 0 0,10 10 0,-13-15 0,0 1 0,0 0 0,0-1 0,1 1 0,-1-1 0,0 1 0,0-1 0,0 0 0,0 1 0,1-1 0,-1 0 0,0 0 0,0 0 0,0 0 0,1 0 0,-1 0 0,0 0 0,0 0 0,0-1 0,2 1 0,-1-1 0,0-1 0,1 1 0,-1 0 0,0-1 0,0 1 0,0-1 0,0 0 0,0 0 0,-1 0 0,1 0 0,-1 0 0,1 0 0,1-3 0,23-31 0,2 1 0,1 2 0,1 0 0,42-32 0,-55 49 0,48-44 0,-2-3 0,55-72 0,-96 106 0,-1-1 0,-2-1 0,0-1 0,-3-1 0,0 0 0,-2-1 0,15-59 0,-22 65-341,-2-1 0,0 1-1,-1-48 1,-4 61-6485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2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24575,'2'9'0,"1"0"0,0-1 0,0 1 0,1-1 0,6 11 0,20 31-57,-19-33-161,0 1 0,-1 0 0,-1 1 0,-1 0 0,9 29 0,-15-36-6608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3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24575,'5'1'0,"-1"0"0,0 0 0,0 1 0,0-1 0,0 1 0,-1 0 0,1 0 0,0 0 0,-1 1 0,0-1 0,1 1 0,-1 0 0,0 0 0,0 0 0,0 0 0,-1 0 0,5 7 0,-2-2 0,1 0 0,-1 0 0,-1 1 0,1 0 0,-2 0 0,6 17 0,-5 9 0,-1-1 0,-2 1 0,-1 0 0,-6 38 0,4-61 0,0 0 0,0 0 0,-1 0 0,-1-1 0,0 1 0,-1-1 0,0 0 0,-1 0 0,0 0 0,0-1 0,-1 0 0,-1 0 0,1-1 0,-2 1 0,1-2 0,-1 1 0,-1-2 0,1 1 0,-1-1 0,-1 0 0,1-1 0,-1-1 0,-21 9 0,21-12-1365,3-2-5461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3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0 24575,'-11'125'0,"3"-56"0,7-63 0,0 0 0,0-1 0,-1 1 0,0 0 0,0-1 0,-1 0 0,1 0 0,-1 1 0,0-2 0,0 1 0,-1 0 0,0-1 0,0 1 0,0-1 0,0 0 0,0 0 0,-1-1 0,-7 5 0,5-2 0,-1 0 0,1 0 0,0 1 0,1 0 0,-11 14 0,11-16-21,0 1-1,0-2 1,0 1-1,-1-1 0,0 1 1,0-2-1,0 1 1,0-1-1,0 0 0,-1-1 1,-14 4-1,-1 1-1084,12-4-5720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3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24575,'87'-17'0,"51"0"0,9-1 0,-45 9 0,43-1 0,95-8 0,-227 18 0,154-5 0,-143 3 0,-1-1 0,1-1 0,-1-2 0,0 0 0,22-10 0,-32 9-1365,-2 0-5461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4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959 1 24575,'-4'1'0,"0"1"0,1 0 0,-1 0 0,0 0 0,0 0 0,1 1 0,0 0 0,-1-1 0,-3 6 0,-7 3 0,-39 25 0,-2-4 0,-1-1 0,-1-3 0,-2-3 0,-1-2 0,-75 18 0,85-29 0,1 2 0,0 2 0,1 2 0,1 2 0,-80 48 0,122-65 0,-1 1 0,1 0 0,0 0 0,0 0 0,1 1 0,-1 0 0,1-1 0,0 2 0,0-1 0,1 0 0,-5 8 0,8-10 0,-1-1 0,1 0 0,-1 1 0,1-1 0,0 1 0,0-1 0,0 1 0,0-1 0,1 1 0,-1-1 0,1 1 0,-1-1 0,1 1 0,0-1 0,0 0 0,0 1 0,0-1 0,0 0 0,1 0 0,-1 0 0,1 0 0,-1 0 0,1 0 0,0 0 0,0 0 0,-1-1 0,1 1 0,1-1 0,-1 1 0,0-1 0,4 2 0,3 3 0,0 0 0,1 0 0,0-1 0,0 0 0,0-1 0,0 0 0,1 0 0,0-1 0,-1-1 0,20 3 0,3-2 0,164 10 0,-149-13 0,0-2 0,0-2 0,73-16 0,-71 9 0,-1-3 0,-1-2 0,85-41 0,-116 48 0,-1 0 0,-1-1 0,0-1 0,0 0 0,-1-1 0,-1-1 0,0 0 0,0 0 0,-1-2 0,-1 1 0,-1-2 0,0 1 0,-1-1 0,8-18 0,-7 6-107,-2 0 0,7-32-1,-9 34-935,-3 11-5783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4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1905 1 24575,'-6'0'0,"0"1"0,-1 0 0,1 0 0,0 1 0,0 0 0,0 0 0,0 1 0,0-1 0,0 1 0,1 0 0,-6 5 0,-60 48 0,39-29 0,-4 5 0,2 1 0,-44 55 0,-17 19 0,77-90-1365,3-2-5461</inkml:trace>
  <inkml:trace contextRef="#ctx0" brushRef="#br0" timeOffset="1">0 1411 24575,'1'1'0,"0"-1"0,0 1 0,0-1 0,0 1 0,0-1 0,0 1 0,-1 0 0,1 0 0,0-1 0,0 1 0,-1 0 0,1 0 0,0 0 0,-1 0 0,1 0 0,-1 0 0,1 0 0,-1 0 0,1 0 0,-1 0 0,0 0 0,0 0 0,1 0 0,-1 0 0,0 0 0,0 0 0,0 2 0,2 35 0,-1-33 0,-1 20 0,0 1 0,1-1 0,1 1 0,1-1 0,1 0 0,10 31 0,-6-28-682,9 55-1,-15-68-6143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4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24575,'41'-1'0,"0"-1"0,41-9 0,-38 6 0,0 2 0,1 2 0,65 7 0,-109-6 0,0 0 0,0 0 0,0 0 0,0 0 0,0 0 0,0 1 0,0-1 0,0 0 0,0 1 0,0-1 0,0 1 0,0-1 0,0 1 0,-1-1 0,1 1 0,0-1 0,0 1 0,0 0 0,-1 0 0,1-1 0,0 1 0,-1 0 0,1 0 0,-1 0 0,1 0 0,-1 0 0,1 0 0,-1 0 0,0-1 0,1 3 0,-1 1 0,0-1 0,0 1 0,0-1 0,0 1 0,-1-1 0,1 0 0,-1 1 0,0-1 0,-2 6 0,-4 7 0,-1 0 0,-17 26 0,6-16-227,-1-2-1,0 0 1,-2-1-1,-1-2 1,-43 32-1,57-46-6598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5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24575,'-1'45'0,"2"0"0,2 0 0,2 0 0,16 65 0,35 122 0,-52-290-1365,-4 41-5461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6:55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1 24575,'8'0'0,"-1"0"0,1 1 0,-1 0 0,1 1 0,-1 0 0,0 0 0,0 1 0,0-1 0,10 6 0,-15-7 0,0 1 0,1-1 0,-1 0 0,0 1 0,0 0 0,1-1 0,-1 1 0,-1 0 0,1 0 0,0 0 0,0 1 0,-1-1 0,1 0 0,-1 1 0,0-1 0,0 0 0,0 1 0,0 0 0,0-1 0,0 1 0,-1 0 0,1-1 0,-1 1 0,0 0 0,1-1 0,-1 1 0,-1 4 0,-2 10 0,-1 1 0,-1-1 0,0-1 0,-2 1 0,0-1 0,0 0 0,-2 0 0,0-1 0,0 0 0,-2-1 0,1 0 0,-2-1 0,0 0 0,-1 0 0,0-1 0,0-1 0,-2-1 0,1 0 0,-1 0 0,-1-2 0,1 0 0,-1 0 0,-1-2 0,1 0 0,-1-1 0,-24 4 0,11-4 0,-21 2 0,-80 2 0,84-11 0,31 0 0,-1 1 0,1 1 0,0 0 0,0 1 0,0 1 0,-26 6 0,41-8 0,1 0 0,0 0 0,-1 0 0,1 0 0,0 0 0,-1 1 0,1-1 0,0 0 0,-1 0 0,1 0 0,0 0 0,-1 0 0,1 0 0,0 1 0,-1-1 0,1 0 0,0 0 0,0 0 0,-1 1 0,1-1 0,0 0 0,0 0 0,0 1 0,-1-1 0,1 0 0,0 0 0,0 1 0,0-1 0,0 0 0,-1 1 0,1-1 0,0 0 0,0 1 0,0-1 0,0 0 0,0 1 0,0-1 0,0 0 0,0 1 0,0-1 0,0 1 0,14 7 0,21 2 0,45 8 0,128 19 0,-153-29 0,-42-5 0,-1-1 0,0 0 0,1-1 0,-1 0 0,1-1 0,-1-1 0,1 0 0,20-4 0,-21 2-115,-9 2 46,1 1-1,-1-1 1,0 1 0,0-1-1,0 0 1,0 0-1,0 0 1,0-1-1,0 1 1,0-1-1,-1 1 1,1-1-1,0 0 1,-1 0-1,0 0 1,1 0-1,3-6 1,-5 2-6757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0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24575,'1'0'0,"-1"1"0,1-1 0,0 1 0,0-1 0,0 1 0,0 0 0,-1-1 0,1 1 0,0 0 0,-1-1 0,1 1 0,0 0 0,-1 0 0,1-1 0,-1 1 0,0 0 0,1 0 0,-1 0 0,1 0 0,-1 0 0,0 0 0,0 1 0,9 30 0,-6-21 0,69 301 0,-70-301 0,30 208 0,-5-25 0,-17-141-99,0-1-534,6 87 0,-16-124-6193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0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24575,'39'3'0,"0"1"0,0 2 0,51 14 0,-14-2 0,40 4 0,159 10 0,-42-17-265,285 7-172,-128-4 437,-350-18 0,335 13 0,-331-10 277,47-3-1,31 1-127,-119 0-149,0-1 0,-1 1 0,1-1 0,-1 1 0,1 0 0,-1 0 0,1 0 0,-1 0 0,0 0 0,0 0 0,1 1 0,-1-1 0,0 1 0,0 0 0,0-1 0,0 1 0,-1 0 0,1 0 0,0 0 0,-1 1 0,1-1 0,-1 0 0,0 0 0,0 1 0,0-1 0,0 1 0,0-1 0,-1 1 0,1-1 0,0 5 0,1 9 0,-1 0 0,-1 1 0,0-1 0,-4 18 0,2 6 0,1 35 0,-12 242 0,5-254 0,-29 114 0,27-142 0,6-17 0,0 0 0,-2-1 0,0 1 0,-1-1 0,-1 0 0,0-1 0,-1 0 0,-18 24 0,16-27 40,-1 0 0,-24 21 0,31-31-175,0 1 0,-1 0 0,1-1 0,-1 0 0,0-1 0,0 1 0,0-1 0,0 0 0,0 0 0,-12 1 0,3-2-6691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1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24575,'3'2'0,"0"0"0,0 0 0,0 0 0,0 0 0,0-1 0,0 1 0,1-1 0,-1 0 0,0 0 0,1 0 0,-1-1 0,7 1 0,50 0 0,-23-2 0,39 10 0,33 0 0,117 8 0,-166-18 0,-1 0 0,0 2 0,72 11 0,-64-5 0,1-3 0,100-6 0,-46 0 0,-87 2 0,0 2 0,1 2 0,48 11 0,-60-4-1365,-16-5-5461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1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1 500 24575,'24'-2'0,"1"-2"0,0 0 0,-1-1 0,0-2 0,0 0 0,40-19 0,-27 11 0,57-15 0,251-62 0,-90 28-362,256-102 0,-474 151 148,-1-1 1,35-23-1,-59 31-6612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1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1144 1 24575,'-4'2'0,"1"1"0,0 0 0,0 1 0,0-1 0,0 0 0,0 1 0,1 0 0,-1 0 0,1-1 0,0 1 0,-2 6 0,0-3 0,-42 68 0,-16 26 0,40-60 0,-44 57 0,12-18 0,-172 290 0,204-338 0,-19 35 0,-4-3 0,-73 82 0,41-73-455,-3-4 0,-151 101 0,217-160-6371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2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24575,'7'1'0,"1"1"0,-1 0 0,0 0 0,0 1 0,0 0 0,0 0 0,0 0 0,6 6 0,22 8 0,68 26 0,112 39 0,-75-44 0,2-6 0,160 15 0,75-15 0,-268-25 0,118 3 0,-128-9 0,94-3 0,-193 2 0,1 0 0,0 0 0,0 1 0,-1-1 0,1 0 0,0 0 0,0 0 0,0 0 0,-1 0 0,1-1 0,0 1 0,0 0 0,-1 0 0,1 0 0,0-1 0,-1 1 0,1 0 0,0-1 0,-1 1 0,1-1 0,0 1 0,-1 0 0,1-1 0,-1 0 0,1 1 0,0-1 0,-1 1 0,1-2 0,-19-9 0,-37-4 0,38 14-1365,2 0-5461</inkml:trace>
  <inkml:trace contextRef="#ctx0" brushRef="#br0" timeOffset="1">284 177 24575,'0'57'0,"1"-14"0,-1 0 0,-12 79 0,-1-10 0,5-30 0,5-45 0,1 48 0,2-54 0,-1 0 0,-8 50 0,4-46-1365,4-20-5461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2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24575,'1'8'0,"0"1"0,1 0 0,0-1 0,1 0 0,6 15 0,5 16 0,7 29 0,58 128 0,-5-18 0,-74-175 0,1 0 0,0 0 0,0-1 0,1 1 0,-1 0 0,0-1 0,1 1 0,0-1 0,-1 1 0,1-1 0,0 0 0,0 0 0,0 0 0,1 0 0,-1 0 0,0 0 0,1-1 0,-1 1 0,1-1 0,0 1 0,-1-1 0,1 0 0,0 0 0,3 0 0,1 0 0,-1-1 0,1 0 0,0-1 0,0 0 0,-1 0 0,1 0 0,-1-1 0,1 0 0,10-4 0,36-17-1365,-38 16-5461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3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1 24575,'21'1'0,"0"2"0,0 0 0,32 9 0,26 5 0,239 34 0,-161-31 0,-75-4 0,-123-19 0,0 2 0,-48 6 0,-25 11 0,69-8 0,-50 3 0,-98 8 0,0-2 0,9 1 0,138-13 0,-1 3 0,1 1 0,-53 18 0,95-25 0,1 0 0,-1 1 0,1-1 0,0 1 0,-1 0 0,1 0 0,1 0 0,-1 0 0,0 0 0,1 1 0,0-1 0,-1 1 0,1 0 0,1-1 0,-1 1 0,1 0 0,-1 0 0,1 0 0,-1 5 0,-3 12 0,1-1 0,-2 31 0,3-16 0,-13 270 0,19-235 15,2 0 1,17 72-1,41 136-579,15 12 440,45 196 766,-5 7-642,-78-309 0,-37-169 0,-1-1 0,0 1 0,-1 0 0,-1 17 0,-20-75 0,-71-238-1365,84 258-5461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3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24575,'10'1'0,"-1"1"0,0 0 0,1 1 0,-1 0 0,0 0 0,0 1 0,-1 0 0,10 6 0,34 14 0,45 4 0,1-4 0,0-4 0,114 8 0,654-6-770,-650-23 902,138 19-132,-244-19 0,262 12 0,-179-4-47,-134-8 390,106 12-1,-24 1-342,-20-3 0,-44 2 0,-1 3 0,0 3 0,-2 3 0,82 35 0,-121-41 0,-1 3 0,0 1 0,45 32 0,-66-40 0,-1 0 0,1 1 0,-2 0 0,1 1 0,-2 1 0,0 0 0,0 0 0,-1 1 0,-1 0 0,10 23 0,35 100 0,-6 2 0,28 148 0,31 249 0,-93-456 0,2 88 0,-10-86 0,9 252 0,-14-300 0,-1 1 0,-2-1 0,-8 38 0,10-64 0,-1 0 0,0 0 0,0-1 0,-1 1 0,0-1 0,0 0 0,-1 0 0,0 0 0,0 0 0,0 0 0,-1-1 0,0 0 0,0 0 0,-1 0 0,1-1 0,-1 0 0,-1 0 0,1 0 0,-1-1 0,-7 4 0,10-7 0,1 1 0,-1-1 0,-1 0 0,1-1 0,0 1 0,0-1 0,0 1 0,0-1 0,0-1 0,-1 1 0,1 0 0,0-1 0,0 0 0,0 0 0,0 0 0,0-1 0,0 1 0,1-1 0,-1 0 0,-5-4 0,-7-4 0,2-2 0,0 0 0,-20-21 0,-3-3 0,19 21-1365,3 0-5461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3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24575,'2'27'0,"1"1"0,10 47 0,-7-48 0,-1 0 0,-1 0 0,0 28 0,-3-32 0,1 0 0,2 0 0,7 30 0,6 36 0,1 70 0,-11-90 0,3 40 0,7 101 0,-11-147 0,-6-62 0,0 0 0,1 0 0,-1 1 0,0-1 0,1 0 0,-1 0 0,1 0 0,-1 0 0,1 0 0,-1 0 0,1 0 0,0 0 0,0 0 0,-1-1 0,1 1 0,0 0 0,0 0 0,0-1 0,1 2 0,-1-2 0,1 0 0,-1 0 0,0 0 0,0-1 0,0 1 0,1 0 0,-1-1 0,0 1 0,0-1 0,0 1 0,0-1 0,0 1 0,0-1 0,0 0 0,0 0 0,0 1 0,0-1 0,0 0 0,-1 0 0,1 0 0,0 0 0,-1 0 0,1 0 0,0-1 0,14-20-1365,-9 11-5461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4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24575,'1'6'0,"1"-1"0,-1 0 0,1 0 0,0 1 0,0-1 0,4 6 0,2 8 0,99 252 0,32 85 0,27 85 0,-149-393 0,-2 0 0,12 67 0,-24-97 0,-2-15 0,0 0 0,0 0 0,-1 0 0,0 0 0,1 0 0,-1 0 0,0 0 0,0 0 0,-1 0 0,0 5 0,0-7 0,0 1 0,0-1 0,0 0 0,-1 0 0,1 0 0,0 1 0,-1-1 0,1 0 0,0-1 0,-1 1 0,1 0 0,-1 0 0,1-1 0,-1 1 0,0-1 0,1 1 0,-1-1 0,0 0 0,1 1 0,-1-1 0,0 0 0,1 0 0,-1 0 0,-1-1 0,-3 1-195,0 0 0,1 0 0,-1-1 0,1 0 0,-1 0 0,-7-3 0,1 0-6631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4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2 24575,'476'0'0,"-476"0"0,1-1 0,-1 1 0,0 0 0,0 0 0,1 0 0,-1 0 0,0 0 0,0 0 0,1 0 0,-1 0 0,0 0 0,0 0 0,1 0 0,-1 0 0,0 0 0,1 0 0,-1 0 0,0 0 0,0 0 0,1 0 0,-1 0 0,0 0 0,0 1 0,0-1 0,1 0 0,-1 0 0,0 0 0,0 0 0,0 1 0,1-1 0,-1 0 0,0 0 0,0 0 0,0 1 0,0-1 0,1 0 0,-1 0 0,0 1 0,0-1 0,0 0 0,0 0 0,0 1 0,0-1 0,0 0 0,0 1 0,-11 11 0,-39 21 0,26-17 0,-26 17 0,-1-3 0,-70 32 0,46-20-1365,61-36-5461</inkml:trace>
  <inkml:trace contextRef="#ctx0" brushRef="#br0" timeOffset="1">1 442 24575,'5'4'0,"1"-1"0,0 0 0,0-1 0,0 1 0,1-1 0,-1-1 0,0 1 0,1-1 0,0 0 0,-1 0 0,1-1 0,-1 0 0,9-1 0,30 5 0,150 20 0,-154-20 0,76-3 0,-80-2 0,-1 1 0,69 10 0,-56-3-1365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4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0 417 24575,'1'1'0,"-1"0"0,1 0 0,-1 0 0,1 0 0,-1 0 0,1 0 0,0 0 0,0-1 0,-1 1 0,1 0 0,0 0 0,0-1 0,0 1 0,0 0 0,0-1 0,0 1 0,-1-1 0,1 0 0,1 1 0,-1-1 0,0 0 0,0 1 0,0-1 0,0 0 0,0 0 0,0 0 0,2 0 0,35 3 0,-33-3 0,82-3 0,-1-3 0,1-4 0,96-24 0,-52 9 0,767-125-2378,-323 92 1716,-471 50-508,670-35 1170,-481 23-1113,-105 5 1146,26-4 345,-40 2 3898,-154 15-4458,0 0-1,0-2 1,38-12 0,-47 12-6644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5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24575,'1'1'0,"1"-1"0,-1 1 0,1 0 0,-1 0 0,1 0 0,-1 0 0,0 0 0,0 1 0,0-1 0,1 0 0,-1 0 0,0 1 0,0-1 0,-1 1 0,1-1 0,1 3 0,16 32 0,-16-31 0,15 35 0,-2 1 0,-2 1 0,-1 0 0,-3 0 0,7 59 0,-14-85 0,-1 0 0,0 0 0,-1 0 0,-1 0 0,0 0 0,-1 0 0,-1-1 0,0 1 0,-1-1 0,-1 1 0,0-1 0,-1-1 0,-15 27 0,6-18 30,-1 0 0,-1-1 0,-21 20 0,28-33-195,0 0 0,-1 0 0,0-1 0,-1 0 0,0-1 0,0 0 0,0-1 0,-14 5 0,6-5-6661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5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24575,'86'-1'0,"93"3"0,-177-2 0,0 0 0,0 1 0,0-1 0,-1 1 0,1 0 0,0-1 0,0 1 0,-1 0 0,1 0 0,0 0 0,-1 0 0,1 1 0,-1-1 0,0 0 0,1 1 0,-1-1 0,0 0 0,0 1 0,0 0 0,0-1 0,0 1 0,0 0 0,0-1 0,0 1 0,-1 0 0,1 0 0,-1 0 0,1-1 0,-1 1 0,0 4 0,2 8 0,-2 0 0,0 0 0,-2 21 0,0 4 0,35 174 0,-29-190 0,133 537 0,-96-410 0,85 281 0,-70-185 0,-49-211 0,-7-34 0,0 1 0,0-1 0,1 1 0,-1-1 0,0 1 0,1-1 0,-1 1 0,1-1 0,-1 1 0,1-1 0,0 1 0,0-1 0,-1 0 0,1 0 0,0 1 0,0-1 0,0 0 0,0 0 0,1 0 0,-1 0 0,0 0 0,3 1 0,-3-2 0,1 1 0,-1-1 0,1 0 0,-1-1 0,1 1 0,-1 0 0,0 0 0,1-1 0,-1 1 0,1-1 0,-1 1 0,0-1 0,0 1 0,1-1 0,-1 0 0,0 0 0,0 0 0,0 0 0,2-1 0,5-5 0,-1-1 0,1-1 0,-1 1 0,10-18 0,5-6 0,42-48 0,2-2 0,-29 25 0,-3-1 0,-2-2 0,-3-1 0,-2-1 0,29-106 0,-47 141-1365,0 3-5461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6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24575,'0'79'0,"13"91"0,-6-92 0,-7 133 0,-3-85 0,3 446 0,0-555 0,-2 0 0,0 0 0,-1 0 0,0-1 0,-1 1 0,-7 15 0,11-32 0,0 1 0,0-1 0,0 0 0,0 0 0,0 0 0,0 0 0,0 0 0,0 0 0,0 1 0,0-1 0,0 0 0,0 0 0,0 0 0,0 0 0,0 0 0,0 1 0,0-1 0,0 0 0,0 0 0,0 0 0,0 0 0,0 0 0,0 0 0,0 0 0,0 1 0,0-1 0,-1 0 0,1 0 0,0 0 0,0 0 0,0 0 0,0 0 0,0 0 0,0 0 0,0 0 0,-1 0 0,1 0 0,0 1 0,0-1 0,0 0 0,0 0 0,0 0 0,0 0 0,-1 0 0,1 0 0,0 0 0,0 0 0,0 0 0,0 0 0,0 0 0,-1 0 0,1-1 0,0 1 0,0 0 0,0 0 0,0 0 0,0 0 0,0 0 0,-1 0 0,1 0 0,0 0 0,-3-14 0,0-27 0,2 33 0,-6-59 58,-2-30-1481,9 82-5403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6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24575,'1'13'0,"2"0"0,0 0 0,0 0 0,1 0 0,1-1 0,8 18 0,1 4 0,34 95 0,98 184 0,-93-203 0,-16-26 0,-30-72-110,-4-6 145,0-1 0,0 1-1,-1 0 1,1 0 0,-1 0 0,2 11 0,-4-16-49,0 0 1,0-1-1,0 1 1,0 0-1,0 0 0,-1 0 1,1 0-1,0 0 1,0 0-1,-1 0 1,1 0-1,0-1 1,-1 1-1,1 0 0,-1 0 1,1 0-1,-1-1 1,1 1-1,-1 0 1,-1 0-1,1 0-79,-1 0-1,0 0 1,0 0-1,0 0 1,0 0 0,1-1-1,-1 1 1,0-1 0,0 0-1,0 1 1,-1-1-1,-2 0 1,-10 0-6733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6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0 24575,'1'10'0,"1"0"0,0 0 0,0-1 0,1 1 0,0-1 0,1 0 0,0 1 0,1-1 0,0-1 0,0 1 0,0-1 0,1 0 0,9 9 0,2 3 0,2-2 0,0 0 0,40 30 0,-38-35 0,1 0 0,0-1 0,0-2 0,46 16 0,97 14 0,-133-34 0,53 13 0,150 26 0,-180-39 0,-2 3 0,100 30 0,-150-37 0,0 0 0,0-1 0,0 1 0,0 1 0,0-1 0,-1 0 0,1 1 0,-1-1 0,0 1 0,0 0 0,1-1 0,-2 1 0,1 0 0,0 1 0,-1-1 0,2 4 0,19 63 0,-15-44 0,-4-16 0,5 17 0,0 0 0,-2 0 0,-1 0 0,-1 1 0,1 35 0,-5-44 0,0 0 0,-1-1 0,-1 1 0,-1 0 0,-1-1 0,0 0 0,-2 0 0,0 0 0,0 0 0,-2-1 0,-13 23 0,14-29 0,-1 1 0,0-2 0,0 1 0,-1-1 0,-1-1 0,0 1 0,0-2 0,0 1 0,-1-1 0,-24 12 0,16-11 0,-1-1 0,-1-1 0,1-1 0,-1 0 0,0-2 0,-25 3 0,-218 9 0,193-15 0,18 0 0,-1-2 0,-67-10 0,-110-26 0,188 29 0,1-1 0,0-3 0,1-2 0,0-1 0,1-2 0,-75-44 0,84 37-1365,20 15-5461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24575,'5'2'0,"0"1"0,0-1 0,-1 1 0,1 0 0,-1 1 0,1-1 0,-1 1 0,0 0 0,0 0 0,-1 0 0,4 5 0,4 3 0,223 233 0,-99-104 0,-53-64 0,4-5 0,3-3 0,124 73 0,-114-86 0,157 61 0,-196-94 0,1-3 0,1-2 0,1-4 0,72 8 0,-90-17 0,192 11 0,-221-16 0,7 1 0,0-1 0,-1-1 0,1 0 0,0-2 0,-1-1 0,0-1 0,0-1 0,26-10 0,67-26 0,-8 4 0,79-28 0,-80 31 0,-10 7-1365,-76 20-5461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0 24575,'0'40'0,"-4"116"0,1-134 0,0 0 0,-2 0 0,0 0 0,-16 41 0,2-24 0,-1-1 0,-2-1 0,-2-1 0,-1-1 0,-1-1 0,-2-1 0,-2-1 0,0-2 0,-2-1 0,-62 42 0,82-63-120,3-2-87,0 1-1,-1-2 1,0 1-1,0-1 1,-19 7-1,16-10-6618</inkml:trace>
  <inkml:trace contextRef="#ctx0" brushRef="#br0" timeOffset="1">229 970 24575,'4'1'0,"0"0"0,0 0 0,1 0 0,-1 0 0,-1 1 0,1 0 0,0-1 0,0 1 0,-1 1 0,1-1 0,-1 1 0,1-1 0,-1 1 0,4 4 0,-2-2 0,0 1 0,0-1 0,-1 0 0,0 1 0,0 0 0,0 0 0,4 12 0,-4-4 0,-1 0 0,-1 1 0,2 28 0,1 13 0,23 121 0,52 243 0,-33-220-243,-28-108 32,36 103 0,70 203 876,-108-352-665,-3-9 0,13 57 0,-27-93 0,0-1 0,0 1 0,0 0 0,0 0 0,0 0 0,0 0 0,0 0 0,1 0 0,-1-1 0,0 1 0,0 0 0,1 0 0,-1 0 0,1-1 0,-1 1 0,0 0 0,1 0 0,0-1 0,-1 1 0,1 0 0,-1-1 0,2 2 0,4-20 0,-1-34 0,-5 0-682,13-96-1,-11 133-6143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7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24575,'60'0'0,"93"14"0,62 4 0,-137-14 0,8 4 0,49 2 0,-68-10 0,-5 1 0,114-14 0,27-22 0,-80 11 0,-79 17 0,1-2 0,-2-2 0,1-2 0,42-18 0,-74 25-114,-9 5 64,0 0 0,1 0 0,-1 0 0,0 0 0,1-1 0,-1 0 0,0 1 0,0-1 0,0-1 0,-1 1 0,1 0 0,0-1-1,-1 1 1,0-1 0,1 0 0,-1 1 0,0-1 0,0 0 0,-1 0 0,1-1 0,-1 1 0,1 0 0,-1-1 0,1-6 0,0-4-6776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08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24575,'25'494'-113,"144"330"-1650,-14-264 1378,-123-458 713,-14-48 326,21 102 0,-17 36-29,-15-123-625,2 56 0,-9-37-1365,0-73-5461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10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24575,'4'61'0,"3"0"0,27 113 0,-31-163 0,53 318-221,-5-22-226,38 269-710,-63-381 937,46 380 220,-25-90 0,77 525-1815,-113-911 1798,101 1046-908,-109-1098 1081,11 292 4039,-12-237-3905,-5 97-129,3-189-161,-1 0 0,-1 0 0,0 0 0,-1 0 0,-5 15 0,7-24 0,1 0 0,-1 1 0,0-1 0,1 0 0,-1 0 0,0 1 0,0-1 0,0 0 0,0 0 0,0 0 0,0 0 0,0 0 0,-1 0 0,1-1 0,0 1 0,0 0 0,-1-1 0,-1 2 0,1-2 0,0 0 0,0 0 0,1 0 0,-1-1 0,0 1 0,0 0 0,1-1 0,-1 1 0,0-1 0,1 1 0,-1-1 0,1 0 0,-1 0 0,1 0 0,-1 0 0,1 0 0,-1 0 0,1 0 0,-2-2 0,-7-9-145,1 0 1,0 0-1,1 0 0,0-1 1,1-1-1,0 1 0,1-1 0,-5-17 1,11 30 81,-6-14-6763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1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24575,'261'-9'-537,"12"1"149,129-6-370,261 7-2007,-372 10 1975,301 11-1026,-165-7 1352,30 0-476,247 14 659,357 15 281,459 17-1469,-901-47 1469,71 2 0,280 13 0,-6 11 0,-636-17 0,2387 124 0,-976-32 0,-1256-90-489,-207-10 280,423 16 209,-152-5 48,254 17-48,107 0 0,-693-27 0,125 1 0,175 9 802,-220-8-802,-122-2 0,195 10 1838,462 66 304,-351-5-2142,-348-52 1534,136 32 3008,171 50-4542,-315-82 0,199 53 0,-167-37 0,-151-42 0,-1 1 0,1 0 0,0 0 0,-1 0 0,0 1 0,1-1 0,-1 1 0,0 0 0,0 0 0,0 0 0,-1 0 0,1 1 0,-1-1 0,0 1 0,3 4 0,27 68 0,-17-39 0,3 11 0,-1 1 0,14 78 0,-1-8 0,32 139-1122,30 265 0,10 253 119,-46 4-1,-53-649 810,16 449-1784,11 477 246,-28-955 1694,6 175 38,1 184 0,10 189-744,12 136 744,85 709 23,-23-427 1240,-69-570 2055,-10-232-601,-13-249-2157,3 49-32,-7 119 0,3-178-528,-1 1 0,0-1 0,-1 1 0,0-1 0,0 0 0,0 0 0,-1 0 0,0 0 0,-5 7 0,7-12 0,0-1 0,-1 1 0,1 0 0,0-1 0,-1 1 0,0-1 0,1 1 0,-1-1 0,0 0 0,0 0 0,1 0 0,-1 0 0,0 0 0,0 0 0,0 0 0,0-1 0,0 1 0,-1-1 0,1 1 0,0-1 0,0 0 0,0 0 0,0 0 0,0 0 0,-1 0 0,1-1 0,0 1 0,0 0 0,0-1 0,0 0 0,0 0 0,0 1 0,0-1 0,-3-2 0,-49-33-1365,42 27-5461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1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24575,'2'155'0,"-5"165"0,-4-222 0,-4 77 0,10 44 6,3 174-643,29-13 637,-28-343 0,65 454 0,-17-153 0,-31-115-63,-14 188 674,-8-230-528,-1-139-83,-1 0 0,-10 43 0,-2 13 0,9-48 0,3-22 0,-2 52 0,-7 131 0,11-192 0,1 8 0,1-1 0,2 1 0,0 0 0,2-1 0,14 51 0,5 30 0,-20-60 0,-3-41 0,0 0 0,0 0 0,0 0 0,1 0 0,0 0 0,0 0 0,0 0 0,1 0 0,0-1 0,0 1 0,0 0 0,1-1 0,0 0 0,0 1 0,0-1 0,1 0 0,6 7 0,0-4 0,-1-1 0,1 0 0,0 0 0,0-1 0,1-1 0,0 0 0,0 0 0,0-1 0,20 5 0,13 0 0,57 5 0,-31-6 0,280 33-501,-58-9 120,526 70-964,103 20 1345,-13 18 0,-755-115 0,880 122 0,58-71-1828,-205-40 1828,-476-18 0,376 17-1172,-459-19 1172,126 3 0,-178-9 0,-109-2 0,6-2 0,197 5 0,361 4-845,131-50 845,-684 22 0,650-55 0,592 43 0,-1004 26 0,-10 20 0,-171-6 0,215 20 0,-41-3 0,1222-8-35,-1098-27 29,-123 25 666,-210-8-438,367 37-222,-209-15 0,86 11 0,336 47 974,-710-87-974,294 23 0,-238-23 0,105 3 0,576-10 0,-526-19 1725,-126 17-1849,159 5 2780,-57 28-2656,-109-10 0,6 0 0,124 12 0,-237-29 0,200 10 0,-23 4 0,392-19-1365,-593 1-5461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09:47:1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24575,'1'52'0,"11"73"0,-3 12 0,-3-24 0,8 151-525,-7-90 309,-1 442-862,-9-345 769,1 62 309,5 348 0,5-524 0,2 76 0,7 198 0,-3 87 0,-9-217-371,4 47-87,-2-55 458,4 30 0,-5 39-281,-5-82 296,7-172-15,2 77 0,-11-100 0,12 280 0,-2-221-1,-9 152 0,-2-116 543,2 297 2159,0-214-2719,-18-87 18,18 318 0,18-318 0,-20-46 0,4 145 0,5-233 0,-5-37 0,-1 0 0,0 0 0,0 0 0,0 0 0,-1 0 0,0 0 0,1 0 0,-2 0 0,1 0 0,-1 0 0,0 0 0,0-1 0,0 1 0,0 0 0,-1 0 0,0-1 0,-4 9 0,3-8-54,0-1-1,-1 0 0,1 0 1,-1 0-1,0 0 1,0 0-1,0-1 0,0 0 1,0 0-1,-1 0 1,0 0-1,1-1 0,-1 0 1,0 0-1,0 0 0,0 0 1,0-1-1,-1 0 1,1 0-1,0 0 0,-1-1 1,1 0-1,0 0 1,-7-1-1,-4 1-6771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7E4CF-E5A1-73C3-B9B1-A9608A207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50D5FA-B0AC-0457-47B8-4B396DE0E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79F56-7634-6448-42A2-41658A3F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DF881-D3EE-8FED-25E6-7D510D1A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4338E8-093C-1CBD-C846-B3D406F4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8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D598F-845B-1F33-9D07-932B68719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2672A-F266-E27D-B021-B758BE4B7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70C1BB-604C-4EDF-2AF3-05801797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00AC30-F295-081A-54F7-BCC3DC8D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B1917-5431-E6CC-12BB-57CA699A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E98F6-63A4-B892-4D26-F533EA00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B8A563-04AE-A003-9E8C-855C4A454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221E0-0296-11D6-FEE2-E296BC20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2901A7-7A09-903C-5670-5D0AC0BF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DB46B2-5520-78DD-7CAB-1A5A4752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33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62165-5C21-71EA-6B84-8CF90F54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11CCF-E0AA-0DDB-C81E-19CFCA221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4262F6-E076-FE3F-0DA4-A81D3CC13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4D9A3C-508A-5B97-9BE6-F2ECED33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3F3525-C089-CA7E-EFEC-6C75C9C9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8CDB50-A895-5363-AF4E-30356AB9E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77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1F29C-3419-C8C8-43E9-EC1365A5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BE70EE-51C9-DCEB-4536-30D52753C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19E141-5DB4-58A2-5058-37F070249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22BBD7-40A3-FF9D-4245-679F70C66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BDBE41-02F9-FFC6-515C-BAC6FD32B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9DC50E-B069-4548-C2FC-9F2B99038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051ACE-D261-5885-6672-496816AE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1BDC6E-1514-38DF-11E0-1ED0CC49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16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CA68B-B9A5-E96C-123F-3BDEC6D9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C80933-9A63-778C-8023-C75A40EF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DC4A9A-EE6D-14F0-41C5-936381BD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8106E7-3DF2-0EDE-8C50-4960743F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941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9E2209-44AE-367F-4ABC-E2AE8471A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8E0A03-4EDB-C874-0565-CD6F626D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A50C0B-B745-442A-427D-297DBA27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63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07427-8DE1-9EFF-F0BB-60C45328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2E949A-F218-D1AA-C320-F61BED32E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F40445-2FA9-718A-2D4B-EA1EA94D1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9A175B-DBA9-0620-D6C4-0C3ED168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2BC156-0A50-3B71-732C-62BB54727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E843C3-98A2-8256-7674-5CCE39F0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99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4B69B-3E9C-9D20-BCB9-50B8F776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A51EB7-D067-3106-F408-EB2F5C9BE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C5A9C-2973-361E-CF99-1C61CE4A0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FE2842-2C76-815E-B9D2-67638E43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425E83-C195-D9C1-15E0-91DDD75A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964806-A525-BCFF-9D04-768CB812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85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4CEAC-1874-0F80-1E3B-133C53CE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F8CB34-9179-F1AB-7314-D75E602D5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2A0DA-EC75-288F-19A1-28383585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FC913C-0A5B-C56A-C75E-8A6E26DB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BDA1AA-CF14-E62C-8BA4-301B990E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27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ED8C54-AFBC-0335-DDA1-0B17524AE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83D22-D8AE-815C-3F0F-9A5558C0F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174E88-2F44-797C-77A3-D09CBD42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DE692-8560-FC66-F54A-FE36B5F9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0BC1B-EDAE-5BD5-0AEF-9E650B5A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61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4A33E8-F7D3-CC5B-AD90-57782930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751D6F-8DEB-8956-614C-99CEBFEE9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A767B-F834-0DD6-B178-E5636F4ED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B5C9A-8CE8-4CA0-9EC4-7A36C987E0B7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816B8E-413C-8F09-F4C6-BBFEABC3F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5CF71-59D8-62F0-4CB6-C7E4C487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FB1C8-0D14-4D3B-82BB-67912AA87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27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.xml"/><Relationship Id="rId21" Type="http://schemas.openxmlformats.org/officeDocument/2006/relationships/image" Target="../media/image22.png"/><Relationship Id="rId42" Type="http://schemas.openxmlformats.org/officeDocument/2006/relationships/customXml" Target="../ink/ink33.xml"/><Relationship Id="rId47" Type="http://schemas.openxmlformats.org/officeDocument/2006/relationships/image" Target="../media/image35.png"/><Relationship Id="rId63" Type="http://schemas.openxmlformats.org/officeDocument/2006/relationships/image" Target="../media/image43.png"/><Relationship Id="rId68" Type="http://schemas.openxmlformats.org/officeDocument/2006/relationships/customXml" Target="../ink/ink46.xml"/><Relationship Id="rId84" Type="http://schemas.openxmlformats.org/officeDocument/2006/relationships/customXml" Target="../ink/ink54.xml"/><Relationship Id="rId89" Type="http://schemas.openxmlformats.org/officeDocument/2006/relationships/image" Target="../media/image56.png"/><Relationship Id="rId16" Type="http://schemas.openxmlformats.org/officeDocument/2006/relationships/customXml" Target="../ink/ink20.xml"/><Relationship Id="rId11" Type="http://schemas.openxmlformats.org/officeDocument/2006/relationships/image" Target="../media/image17.png"/><Relationship Id="rId32" Type="http://schemas.openxmlformats.org/officeDocument/2006/relationships/customXml" Target="../ink/ink28.xml"/><Relationship Id="rId37" Type="http://schemas.openxmlformats.org/officeDocument/2006/relationships/image" Target="../media/image30.png"/><Relationship Id="rId53" Type="http://schemas.openxmlformats.org/officeDocument/2006/relationships/image" Target="../media/image38.png"/><Relationship Id="rId58" Type="http://schemas.openxmlformats.org/officeDocument/2006/relationships/customXml" Target="../ink/ink41.xml"/><Relationship Id="rId74" Type="http://schemas.openxmlformats.org/officeDocument/2006/relationships/customXml" Target="../ink/ink49.xml"/><Relationship Id="rId79" Type="http://schemas.openxmlformats.org/officeDocument/2006/relationships/image" Target="../media/image51.png"/><Relationship Id="rId102" Type="http://schemas.openxmlformats.org/officeDocument/2006/relationships/customXml" Target="../ink/ink63.xml"/><Relationship Id="rId5" Type="http://schemas.openxmlformats.org/officeDocument/2006/relationships/image" Target="../media/image14.png"/><Relationship Id="rId90" Type="http://schemas.openxmlformats.org/officeDocument/2006/relationships/customXml" Target="../ink/ink57.xml"/><Relationship Id="rId95" Type="http://schemas.openxmlformats.org/officeDocument/2006/relationships/image" Target="../media/image59.png"/><Relationship Id="rId22" Type="http://schemas.openxmlformats.org/officeDocument/2006/relationships/customXml" Target="../ink/ink23.xml"/><Relationship Id="rId27" Type="http://schemas.openxmlformats.org/officeDocument/2006/relationships/image" Target="../media/image25.png"/><Relationship Id="rId43" Type="http://schemas.openxmlformats.org/officeDocument/2006/relationships/image" Target="../media/image33.png"/><Relationship Id="rId48" Type="http://schemas.openxmlformats.org/officeDocument/2006/relationships/customXml" Target="../ink/ink36.xml"/><Relationship Id="rId64" Type="http://schemas.openxmlformats.org/officeDocument/2006/relationships/customXml" Target="../ink/ink44.xml"/><Relationship Id="rId69" Type="http://schemas.openxmlformats.org/officeDocument/2006/relationships/image" Target="../media/image46.png"/><Relationship Id="rId80" Type="http://schemas.openxmlformats.org/officeDocument/2006/relationships/customXml" Target="../ink/ink52.xml"/><Relationship Id="rId85" Type="http://schemas.openxmlformats.org/officeDocument/2006/relationships/image" Target="../media/image54.png"/><Relationship Id="rId12" Type="http://schemas.openxmlformats.org/officeDocument/2006/relationships/customXml" Target="../ink/ink18.xml"/><Relationship Id="rId17" Type="http://schemas.openxmlformats.org/officeDocument/2006/relationships/image" Target="../media/image20.png"/><Relationship Id="rId33" Type="http://schemas.openxmlformats.org/officeDocument/2006/relationships/image" Target="../media/image28.png"/><Relationship Id="rId38" Type="http://schemas.openxmlformats.org/officeDocument/2006/relationships/customXml" Target="../ink/ink31.xml"/><Relationship Id="rId59" Type="http://schemas.openxmlformats.org/officeDocument/2006/relationships/image" Target="../media/image41.png"/><Relationship Id="rId103" Type="http://schemas.openxmlformats.org/officeDocument/2006/relationships/image" Target="../media/image63.png"/><Relationship Id="rId20" Type="http://schemas.openxmlformats.org/officeDocument/2006/relationships/customXml" Target="../ink/ink22.xml"/><Relationship Id="rId41" Type="http://schemas.openxmlformats.org/officeDocument/2006/relationships/image" Target="../media/image32.png"/><Relationship Id="rId54" Type="http://schemas.openxmlformats.org/officeDocument/2006/relationships/customXml" Target="../ink/ink39.xml"/><Relationship Id="rId62" Type="http://schemas.openxmlformats.org/officeDocument/2006/relationships/customXml" Target="../ink/ink43.xml"/><Relationship Id="rId70" Type="http://schemas.openxmlformats.org/officeDocument/2006/relationships/customXml" Target="../ink/ink47.xml"/><Relationship Id="rId75" Type="http://schemas.openxmlformats.org/officeDocument/2006/relationships/image" Target="../media/image49.png"/><Relationship Id="rId83" Type="http://schemas.openxmlformats.org/officeDocument/2006/relationships/image" Target="../media/image53.png"/><Relationship Id="rId88" Type="http://schemas.openxmlformats.org/officeDocument/2006/relationships/customXml" Target="../ink/ink56.xml"/><Relationship Id="rId91" Type="http://schemas.openxmlformats.org/officeDocument/2006/relationships/image" Target="../media/image57.png"/><Relationship Id="rId96" Type="http://schemas.openxmlformats.org/officeDocument/2006/relationships/customXml" Target="../ink/ink6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.xml"/><Relationship Id="rId15" Type="http://schemas.openxmlformats.org/officeDocument/2006/relationships/image" Target="../media/image19.png"/><Relationship Id="rId23" Type="http://schemas.openxmlformats.org/officeDocument/2006/relationships/image" Target="../media/image23.png"/><Relationship Id="rId28" Type="http://schemas.openxmlformats.org/officeDocument/2006/relationships/customXml" Target="../ink/ink26.xml"/><Relationship Id="rId36" Type="http://schemas.openxmlformats.org/officeDocument/2006/relationships/customXml" Target="../ink/ink30.xml"/><Relationship Id="rId49" Type="http://schemas.openxmlformats.org/officeDocument/2006/relationships/image" Target="../media/image36.png"/><Relationship Id="rId57" Type="http://schemas.openxmlformats.org/officeDocument/2006/relationships/image" Target="../media/image40.png"/><Relationship Id="rId10" Type="http://schemas.openxmlformats.org/officeDocument/2006/relationships/customXml" Target="../ink/ink17.xml"/><Relationship Id="rId31" Type="http://schemas.openxmlformats.org/officeDocument/2006/relationships/image" Target="../media/image27.png"/><Relationship Id="rId44" Type="http://schemas.openxmlformats.org/officeDocument/2006/relationships/customXml" Target="../ink/ink34.xml"/><Relationship Id="rId52" Type="http://schemas.openxmlformats.org/officeDocument/2006/relationships/customXml" Target="../ink/ink38.xml"/><Relationship Id="rId60" Type="http://schemas.openxmlformats.org/officeDocument/2006/relationships/customXml" Target="../ink/ink42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51.xml"/><Relationship Id="rId81" Type="http://schemas.openxmlformats.org/officeDocument/2006/relationships/image" Target="../media/image52.png"/><Relationship Id="rId86" Type="http://schemas.openxmlformats.org/officeDocument/2006/relationships/customXml" Target="../ink/ink55.xml"/><Relationship Id="rId94" Type="http://schemas.openxmlformats.org/officeDocument/2006/relationships/customXml" Target="../ink/ink59.xml"/><Relationship Id="rId99" Type="http://schemas.openxmlformats.org/officeDocument/2006/relationships/image" Target="../media/image61.png"/><Relationship Id="rId101" Type="http://schemas.openxmlformats.org/officeDocument/2006/relationships/image" Target="../media/image62.png"/><Relationship Id="rId4" Type="http://schemas.openxmlformats.org/officeDocument/2006/relationships/customXml" Target="../ink/ink14.xml"/><Relationship Id="rId9" Type="http://schemas.openxmlformats.org/officeDocument/2006/relationships/image" Target="../media/image16.png"/><Relationship Id="rId13" Type="http://schemas.openxmlformats.org/officeDocument/2006/relationships/image" Target="../media/image18.png"/><Relationship Id="rId18" Type="http://schemas.openxmlformats.org/officeDocument/2006/relationships/customXml" Target="../ink/ink21.xml"/><Relationship Id="rId39" Type="http://schemas.openxmlformats.org/officeDocument/2006/relationships/image" Target="../media/image31.png"/><Relationship Id="rId34" Type="http://schemas.openxmlformats.org/officeDocument/2006/relationships/customXml" Target="../ink/ink29.xml"/><Relationship Id="rId50" Type="http://schemas.openxmlformats.org/officeDocument/2006/relationships/customXml" Target="../ink/ink37.xml"/><Relationship Id="rId55" Type="http://schemas.openxmlformats.org/officeDocument/2006/relationships/image" Target="../media/image39.png"/><Relationship Id="rId76" Type="http://schemas.openxmlformats.org/officeDocument/2006/relationships/customXml" Target="../ink/ink50.xml"/><Relationship Id="rId97" Type="http://schemas.openxmlformats.org/officeDocument/2006/relationships/image" Target="../media/image60.png"/><Relationship Id="rId104" Type="http://schemas.openxmlformats.org/officeDocument/2006/relationships/customXml" Target="../ink/ink64.xml"/><Relationship Id="rId7" Type="http://schemas.openxmlformats.org/officeDocument/2006/relationships/image" Target="../media/image15.png"/><Relationship Id="rId71" Type="http://schemas.openxmlformats.org/officeDocument/2006/relationships/image" Target="../media/image47.png"/><Relationship Id="rId92" Type="http://schemas.openxmlformats.org/officeDocument/2006/relationships/customXml" Target="../ink/ink58.xml"/><Relationship Id="rId2" Type="http://schemas.openxmlformats.org/officeDocument/2006/relationships/customXml" Target="../ink/ink13.xml"/><Relationship Id="rId29" Type="http://schemas.openxmlformats.org/officeDocument/2006/relationships/image" Target="../media/image26.png"/><Relationship Id="rId24" Type="http://schemas.openxmlformats.org/officeDocument/2006/relationships/customXml" Target="../ink/ink24.xml"/><Relationship Id="rId40" Type="http://schemas.openxmlformats.org/officeDocument/2006/relationships/customXml" Target="../ink/ink32.xml"/><Relationship Id="rId45" Type="http://schemas.openxmlformats.org/officeDocument/2006/relationships/image" Target="../media/image34.png"/><Relationship Id="rId66" Type="http://schemas.openxmlformats.org/officeDocument/2006/relationships/customXml" Target="../ink/ink45.xml"/><Relationship Id="rId87" Type="http://schemas.openxmlformats.org/officeDocument/2006/relationships/image" Target="../media/image55.png"/><Relationship Id="rId61" Type="http://schemas.openxmlformats.org/officeDocument/2006/relationships/image" Target="../media/image42.png"/><Relationship Id="rId82" Type="http://schemas.openxmlformats.org/officeDocument/2006/relationships/customXml" Target="../ink/ink53.xml"/><Relationship Id="rId19" Type="http://schemas.openxmlformats.org/officeDocument/2006/relationships/image" Target="../media/image21.png"/><Relationship Id="rId14" Type="http://schemas.openxmlformats.org/officeDocument/2006/relationships/customXml" Target="../ink/ink19.xml"/><Relationship Id="rId30" Type="http://schemas.openxmlformats.org/officeDocument/2006/relationships/customXml" Target="../ink/ink27.xml"/><Relationship Id="rId35" Type="http://schemas.openxmlformats.org/officeDocument/2006/relationships/image" Target="../media/image29.png"/><Relationship Id="rId56" Type="http://schemas.openxmlformats.org/officeDocument/2006/relationships/customXml" Target="../ink/ink40.xml"/><Relationship Id="rId77" Type="http://schemas.openxmlformats.org/officeDocument/2006/relationships/image" Target="../media/image50.png"/><Relationship Id="rId100" Type="http://schemas.openxmlformats.org/officeDocument/2006/relationships/customXml" Target="../ink/ink62.xml"/><Relationship Id="rId105" Type="http://schemas.openxmlformats.org/officeDocument/2006/relationships/image" Target="../media/image64.png"/><Relationship Id="rId8" Type="http://schemas.openxmlformats.org/officeDocument/2006/relationships/customXml" Target="../ink/ink16.xml"/><Relationship Id="rId51" Type="http://schemas.openxmlformats.org/officeDocument/2006/relationships/image" Target="../media/image37.png"/><Relationship Id="rId72" Type="http://schemas.openxmlformats.org/officeDocument/2006/relationships/customXml" Target="../ink/ink48.xml"/><Relationship Id="rId93" Type="http://schemas.openxmlformats.org/officeDocument/2006/relationships/image" Target="../media/image58.png"/><Relationship Id="rId98" Type="http://schemas.openxmlformats.org/officeDocument/2006/relationships/customXml" Target="../ink/ink61.xml"/><Relationship Id="rId3" Type="http://schemas.openxmlformats.org/officeDocument/2006/relationships/image" Target="../media/image13.png"/><Relationship Id="rId25" Type="http://schemas.openxmlformats.org/officeDocument/2006/relationships/image" Target="../media/image24.png"/><Relationship Id="rId46" Type="http://schemas.openxmlformats.org/officeDocument/2006/relationships/customXml" Target="../ink/ink35.xml"/><Relationship Id="rId67" Type="http://schemas.openxmlformats.org/officeDocument/2006/relationships/image" Target="../media/image45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.xml"/><Relationship Id="rId21" Type="http://schemas.openxmlformats.org/officeDocument/2006/relationships/image" Target="../media/image74.png"/><Relationship Id="rId42" Type="http://schemas.openxmlformats.org/officeDocument/2006/relationships/customXml" Target="../ink/ink85.xml"/><Relationship Id="rId47" Type="http://schemas.openxmlformats.org/officeDocument/2006/relationships/image" Target="../media/image87.png"/><Relationship Id="rId63" Type="http://schemas.openxmlformats.org/officeDocument/2006/relationships/image" Target="../media/image95.png"/><Relationship Id="rId68" Type="http://schemas.openxmlformats.org/officeDocument/2006/relationships/customXml" Target="../ink/ink98.xml"/><Relationship Id="rId84" Type="http://schemas.openxmlformats.org/officeDocument/2006/relationships/customXml" Target="../ink/ink106.xml"/><Relationship Id="rId89" Type="http://schemas.openxmlformats.org/officeDocument/2006/relationships/image" Target="../media/image108.png"/><Relationship Id="rId16" Type="http://schemas.openxmlformats.org/officeDocument/2006/relationships/customXml" Target="../ink/ink72.xml"/><Relationship Id="rId11" Type="http://schemas.openxmlformats.org/officeDocument/2006/relationships/image" Target="../media/image69.png"/><Relationship Id="rId32" Type="http://schemas.openxmlformats.org/officeDocument/2006/relationships/customXml" Target="../ink/ink80.xml"/><Relationship Id="rId37" Type="http://schemas.openxmlformats.org/officeDocument/2006/relationships/image" Target="../media/image82.png"/><Relationship Id="rId53" Type="http://schemas.openxmlformats.org/officeDocument/2006/relationships/image" Target="../media/image90.png"/><Relationship Id="rId58" Type="http://schemas.openxmlformats.org/officeDocument/2006/relationships/customXml" Target="../ink/ink93.xml"/><Relationship Id="rId74" Type="http://schemas.openxmlformats.org/officeDocument/2006/relationships/customXml" Target="../ink/ink101.xml"/><Relationship Id="rId79" Type="http://schemas.openxmlformats.org/officeDocument/2006/relationships/image" Target="../media/image103.png"/><Relationship Id="rId5" Type="http://schemas.openxmlformats.org/officeDocument/2006/relationships/image" Target="../media/image66.png"/><Relationship Id="rId14" Type="http://schemas.openxmlformats.org/officeDocument/2006/relationships/customXml" Target="../ink/ink71.xml"/><Relationship Id="rId22" Type="http://schemas.openxmlformats.org/officeDocument/2006/relationships/customXml" Target="../ink/ink75.xml"/><Relationship Id="rId27" Type="http://schemas.openxmlformats.org/officeDocument/2006/relationships/image" Target="../media/image77.png"/><Relationship Id="rId30" Type="http://schemas.openxmlformats.org/officeDocument/2006/relationships/customXml" Target="../ink/ink79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48" Type="http://schemas.openxmlformats.org/officeDocument/2006/relationships/customXml" Target="../ink/ink88.xml"/><Relationship Id="rId56" Type="http://schemas.openxmlformats.org/officeDocument/2006/relationships/customXml" Target="../ink/ink92.xml"/><Relationship Id="rId64" Type="http://schemas.openxmlformats.org/officeDocument/2006/relationships/customXml" Target="../ink/ink96.xml"/><Relationship Id="rId69" Type="http://schemas.openxmlformats.org/officeDocument/2006/relationships/image" Target="../media/image98.png"/><Relationship Id="rId77" Type="http://schemas.openxmlformats.org/officeDocument/2006/relationships/image" Target="../media/image102.png"/><Relationship Id="rId8" Type="http://schemas.openxmlformats.org/officeDocument/2006/relationships/customXml" Target="../ink/ink68.xml"/><Relationship Id="rId51" Type="http://schemas.openxmlformats.org/officeDocument/2006/relationships/image" Target="../media/image89.png"/><Relationship Id="rId72" Type="http://schemas.openxmlformats.org/officeDocument/2006/relationships/customXml" Target="../ink/ink100.xml"/><Relationship Id="rId80" Type="http://schemas.openxmlformats.org/officeDocument/2006/relationships/customXml" Target="../ink/ink104.xml"/><Relationship Id="rId85" Type="http://schemas.openxmlformats.org/officeDocument/2006/relationships/image" Target="../media/image106.png"/><Relationship Id="rId3" Type="http://schemas.openxmlformats.org/officeDocument/2006/relationships/image" Target="../media/image65.png"/><Relationship Id="rId12" Type="http://schemas.openxmlformats.org/officeDocument/2006/relationships/customXml" Target="../ink/ink70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83.xml"/><Relationship Id="rId46" Type="http://schemas.openxmlformats.org/officeDocument/2006/relationships/customXml" Target="../ink/ink87.xml"/><Relationship Id="rId59" Type="http://schemas.openxmlformats.org/officeDocument/2006/relationships/image" Target="../media/image93.png"/><Relationship Id="rId67" Type="http://schemas.openxmlformats.org/officeDocument/2006/relationships/image" Target="../media/image97.png"/><Relationship Id="rId20" Type="http://schemas.openxmlformats.org/officeDocument/2006/relationships/customXml" Target="../ink/ink74.xml"/><Relationship Id="rId41" Type="http://schemas.openxmlformats.org/officeDocument/2006/relationships/image" Target="../media/image84.png"/><Relationship Id="rId54" Type="http://schemas.openxmlformats.org/officeDocument/2006/relationships/customXml" Target="../ink/ink91.xml"/><Relationship Id="rId62" Type="http://schemas.openxmlformats.org/officeDocument/2006/relationships/customXml" Target="../ink/ink95.xml"/><Relationship Id="rId70" Type="http://schemas.openxmlformats.org/officeDocument/2006/relationships/customXml" Target="../ink/ink99.xml"/><Relationship Id="rId75" Type="http://schemas.openxmlformats.org/officeDocument/2006/relationships/image" Target="../media/image101.png"/><Relationship Id="rId83" Type="http://schemas.openxmlformats.org/officeDocument/2006/relationships/image" Target="../media/image105.png"/><Relationship Id="rId88" Type="http://schemas.openxmlformats.org/officeDocument/2006/relationships/customXml" Target="../ink/ink10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7.xml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78.xml"/><Relationship Id="rId36" Type="http://schemas.openxmlformats.org/officeDocument/2006/relationships/customXml" Target="../ink/ink82.xml"/><Relationship Id="rId49" Type="http://schemas.openxmlformats.org/officeDocument/2006/relationships/image" Target="../media/image88.png"/><Relationship Id="rId57" Type="http://schemas.openxmlformats.org/officeDocument/2006/relationships/image" Target="../media/image92.png"/><Relationship Id="rId10" Type="http://schemas.openxmlformats.org/officeDocument/2006/relationships/customXml" Target="../ink/ink69.xml"/><Relationship Id="rId31" Type="http://schemas.openxmlformats.org/officeDocument/2006/relationships/image" Target="../media/image79.png"/><Relationship Id="rId44" Type="http://schemas.openxmlformats.org/officeDocument/2006/relationships/customXml" Target="../ink/ink86.xml"/><Relationship Id="rId52" Type="http://schemas.openxmlformats.org/officeDocument/2006/relationships/customXml" Target="../ink/ink90.xml"/><Relationship Id="rId60" Type="http://schemas.openxmlformats.org/officeDocument/2006/relationships/customXml" Target="../ink/ink94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103.xml"/><Relationship Id="rId81" Type="http://schemas.openxmlformats.org/officeDocument/2006/relationships/image" Target="../media/image104.png"/><Relationship Id="rId86" Type="http://schemas.openxmlformats.org/officeDocument/2006/relationships/customXml" Target="../ink/ink107.xml"/><Relationship Id="rId4" Type="http://schemas.openxmlformats.org/officeDocument/2006/relationships/customXml" Target="../ink/ink66.xml"/><Relationship Id="rId9" Type="http://schemas.openxmlformats.org/officeDocument/2006/relationships/image" Target="../media/image68.png"/><Relationship Id="rId13" Type="http://schemas.openxmlformats.org/officeDocument/2006/relationships/image" Target="../media/image70.png"/><Relationship Id="rId18" Type="http://schemas.openxmlformats.org/officeDocument/2006/relationships/customXml" Target="../ink/ink73.xml"/><Relationship Id="rId39" Type="http://schemas.openxmlformats.org/officeDocument/2006/relationships/image" Target="../media/image83.png"/><Relationship Id="rId34" Type="http://schemas.openxmlformats.org/officeDocument/2006/relationships/customXml" Target="../ink/ink81.xml"/><Relationship Id="rId50" Type="http://schemas.openxmlformats.org/officeDocument/2006/relationships/customXml" Target="../ink/ink89.xml"/><Relationship Id="rId55" Type="http://schemas.openxmlformats.org/officeDocument/2006/relationships/image" Target="../media/image91.png"/><Relationship Id="rId76" Type="http://schemas.openxmlformats.org/officeDocument/2006/relationships/customXml" Target="../ink/ink102.xml"/><Relationship Id="rId7" Type="http://schemas.openxmlformats.org/officeDocument/2006/relationships/image" Target="../media/image67.png"/><Relationship Id="rId71" Type="http://schemas.openxmlformats.org/officeDocument/2006/relationships/image" Target="../media/image99.png"/><Relationship Id="rId2" Type="http://schemas.openxmlformats.org/officeDocument/2006/relationships/customXml" Target="../ink/ink65.xml"/><Relationship Id="rId29" Type="http://schemas.openxmlformats.org/officeDocument/2006/relationships/image" Target="../media/image78.png"/><Relationship Id="rId24" Type="http://schemas.openxmlformats.org/officeDocument/2006/relationships/customXml" Target="../ink/ink76.xml"/><Relationship Id="rId40" Type="http://schemas.openxmlformats.org/officeDocument/2006/relationships/customXml" Target="../ink/ink84.xml"/><Relationship Id="rId45" Type="http://schemas.openxmlformats.org/officeDocument/2006/relationships/image" Target="../media/image86.png"/><Relationship Id="rId66" Type="http://schemas.openxmlformats.org/officeDocument/2006/relationships/customXml" Target="../ink/ink97.xml"/><Relationship Id="rId87" Type="http://schemas.openxmlformats.org/officeDocument/2006/relationships/image" Target="../media/image107.png"/><Relationship Id="rId61" Type="http://schemas.openxmlformats.org/officeDocument/2006/relationships/image" Target="../media/image94.png"/><Relationship Id="rId82" Type="http://schemas.openxmlformats.org/officeDocument/2006/relationships/customXml" Target="../ink/ink105.xml"/><Relationship Id="rId19" Type="http://schemas.openxmlformats.org/officeDocument/2006/relationships/image" Target="../media/image73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1.xml"/><Relationship Id="rId21" Type="http://schemas.openxmlformats.org/officeDocument/2006/relationships/image" Target="../media/image118.png"/><Relationship Id="rId34" Type="http://schemas.openxmlformats.org/officeDocument/2006/relationships/customXml" Target="../ink/ink125.xml"/><Relationship Id="rId42" Type="http://schemas.openxmlformats.org/officeDocument/2006/relationships/customXml" Target="../ink/ink129.xml"/><Relationship Id="rId47" Type="http://schemas.openxmlformats.org/officeDocument/2006/relationships/image" Target="../media/image131.png"/><Relationship Id="rId50" Type="http://schemas.openxmlformats.org/officeDocument/2006/relationships/customXml" Target="../ink/ink133.xml"/><Relationship Id="rId55" Type="http://schemas.openxmlformats.org/officeDocument/2006/relationships/image" Target="../media/image135.png"/><Relationship Id="rId63" Type="http://schemas.openxmlformats.org/officeDocument/2006/relationships/image" Target="../media/image139.png"/><Relationship Id="rId7" Type="http://schemas.openxmlformats.org/officeDocument/2006/relationships/image" Target="../media/image111.png"/><Relationship Id="rId2" Type="http://schemas.openxmlformats.org/officeDocument/2006/relationships/customXml" Target="../ink/ink109.xml"/><Relationship Id="rId16" Type="http://schemas.openxmlformats.org/officeDocument/2006/relationships/customXml" Target="../ink/ink116.xml"/><Relationship Id="rId29" Type="http://schemas.openxmlformats.org/officeDocument/2006/relationships/image" Target="../media/image122.png"/><Relationship Id="rId11" Type="http://schemas.openxmlformats.org/officeDocument/2006/relationships/image" Target="../media/image113.png"/><Relationship Id="rId24" Type="http://schemas.openxmlformats.org/officeDocument/2006/relationships/customXml" Target="../ink/ink120.xml"/><Relationship Id="rId32" Type="http://schemas.openxmlformats.org/officeDocument/2006/relationships/customXml" Target="../ink/ink124.xml"/><Relationship Id="rId37" Type="http://schemas.openxmlformats.org/officeDocument/2006/relationships/image" Target="../media/image126.png"/><Relationship Id="rId40" Type="http://schemas.openxmlformats.org/officeDocument/2006/relationships/customXml" Target="../ink/ink128.xml"/><Relationship Id="rId45" Type="http://schemas.openxmlformats.org/officeDocument/2006/relationships/image" Target="../media/image130.png"/><Relationship Id="rId53" Type="http://schemas.openxmlformats.org/officeDocument/2006/relationships/image" Target="../media/image134.png"/><Relationship Id="rId58" Type="http://schemas.openxmlformats.org/officeDocument/2006/relationships/customXml" Target="../ink/ink137.xml"/><Relationship Id="rId5" Type="http://schemas.openxmlformats.org/officeDocument/2006/relationships/image" Target="../media/image110.png"/><Relationship Id="rId61" Type="http://schemas.openxmlformats.org/officeDocument/2006/relationships/image" Target="../media/image138.png"/><Relationship Id="rId19" Type="http://schemas.openxmlformats.org/officeDocument/2006/relationships/image" Target="../media/image117.png"/><Relationship Id="rId14" Type="http://schemas.openxmlformats.org/officeDocument/2006/relationships/customXml" Target="../ink/ink115.xml"/><Relationship Id="rId22" Type="http://schemas.openxmlformats.org/officeDocument/2006/relationships/customXml" Target="../ink/ink119.xml"/><Relationship Id="rId27" Type="http://schemas.openxmlformats.org/officeDocument/2006/relationships/image" Target="../media/image121.png"/><Relationship Id="rId30" Type="http://schemas.openxmlformats.org/officeDocument/2006/relationships/customXml" Target="../ink/ink123.xml"/><Relationship Id="rId35" Type="http://schemas.openxmlformats.org/officeDocument/2006/relationships/image" Target="../media/image125.png"/><Relationship Id="rId43" Type="http://schemas.openxmlformats.org/officeDocument/2006/relationships/image" Target="../media/image129.png"/><Relationship Id="rId48" Type="http://schemas.openxmlformats.org/officeDocument/2006/relationships/customXml" Target="../ink/ink132.xml"/><Relationship Id="rId56" Type="http://schemas.openxmlformats.org/officeDocument/2006/relationships/customXml" Target="../ink/ink136.xml"/><Relationship Id="rId64" Type="http://schemas.openxmlformats.org/officeDocument/2006/relationships/customXml" Target="../ink/ink140.xml"/><Relationship Id="rId8" Type="http://schemas.openxmlformats.org/officeDocument/2006/relationships/customXml" Target="../ink/ink112.xml"/><Relationship Id="rId51" Type="http://schemas.openxmlformats.org/officeDocument/2006/relationships/image" Target="../media/image133.png"/><Relationship Id="rId3" Type="http://schemas.openxmlformats.org/officeDocument/2006/relationships/image" Target="../media/image109.png"/><Relationship Id="rId12" Type="http://schemas.openxmlformats.org/officeDocument/2006/relationships/customXml" Target="../ink/ink114.xml"/><Relationship Id="rId17" Type="http://schemas.openxmlformats.org/officeDocument/2006/relationships/image" Target="../media/image116.png"/><Relationship Id="rId25" Type="http://schemas.openxmlformats.org/officeDocument/2006/relationships/image" Target="../media/image120.png"/><Relationship Id="rId33" Type="http://schemas.openxmlformats.org/officeDocument/2006/relationships/image" Target="../media/image124.png"/><Relationship Id="rId38" Type="http://schemas.openxmlformats.org/officeDocument/2006/relationships/customXml" Target="../ink/ink127.xml"/><Relationship Id="rId46" Type="http://schemas.openxmlformats.org/officeDocument/2006/relationships/customXml" Target="../ink/ink131.xml"/><Relationship Id="rId59" Type="http://schemas.openxmlformats.org/officeDocument/2006/relationships/image" Target="../media/image137.png"/><Relationship Id="rId20" Type="http://schemas.openxmlformats.org/officeDocument/2006/relationships/customXml" Target="../ink/ink118.xml"/><Relationship Id="rId41" Type="http://schemas.openxmlformats.org/officeDocument/2006/relationships/image" Target="../media/image128.png"/><Relationship Id="rId54" Type="http://schemas.openxmlformats.org/officeDocument/2006/relationships/customXml" Target="../ink/ink135.xml"/><Relationship Id="rId62" Type="http://schemas.openxmlformats.org/officeDocument/2006/relationships/customXml" Target="../ink/ink13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.xml"/><Relationship Id="rId15" Type="http://schemas.openxmlformats.org/officeDocument/2006/relationships/image" Target="../media/image115.png"/><Relationship Id="rId23" Type="http://schemas.openxmlformats.org/officeDocument/2006/relationships/image" Target="../media/image119.png"/><Relationship Id="rId28" Type="http://schemas.openxmlformats.org/officeDocument/2006/relationships/customXml" Target="../ink/ink122.xml"/><Relationship Id="rId36" Type="http://schemas.openxmlformats.org/officeDocument/2006/relationships/customXml" Target="../ink/ink126.xml"/><Relationship Id="rId49" Type="http://schemas.openxmlformats.org/officeDocument/2006/relationships/image" Target="../media/image132.png"/><Relationship Id="rId57" Type="http://schemas.openxmlformats.org/officeDocument/2006/relationships/image" Target="../media/image136.png"/><Relationship Id="rId10" Type="http://schemas.openxmlformats.org/officeDocument/2006/relationships/customXml" Target="../ink/ink113.xml"/><Relationship Id="rId31" Type="http://schemas.openxmlformats.org/officeDocument/2006/relationships/image" Target="../media/image123.png"/><Relationship Id="rId44" Type="http://schemas.openxmlformats.org/officeDocument/2006/relationships/customXml" Target="../ink/ink130.xml"/><Relationship Id="rId52" Type="http://schemas.openxmlformats.org/officeDocument/2006/relationships/customXml" Target="../ink/ink134.xml"/><Relationship Id="rId60" Type="http://schemas.openxmlformats.org/officeDocument/2006/relationships/customXml" Target="../ink/ink138.xml"/><Relationship Id="rId65" Type="http://schemas.openxmlformats.org/officeDocument/2006/relationships/image" Target="../media/image140.png"/><Relationship Id="rId4" Type="http://schemas.openxmlformats.org/officeDocument/2006/relationships/customXml" Target="../ink/ink110.xml"/><Relationship Id="rId9" Type="http://schemas.openxmlformats.org/officeDocument/2006/relationships/image" Target="../media/image112.png"/><Relationship Id="rId13" Type="http://schemas.openxmlformats.org/officeDocument/2006/relationships/image" Target="../media/image114.png"/><Relationship Id="rId18" Type="http://schemas.openxmlformats.org/officeDocument/2006/relationships/customXml" Target="../ink/ink117.xml"/><Relationship Id="rId39" Type="http://schemas.openxmlformats.org/officeDocument/2006/relationships/image" Target="../media/image12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customXml" Target="../ink/ink149.xml"/><Relationship Id="rId26" Type="http://schemas.openxmlformats.org/officeDocument/2006/relationships/customXml" Target="../ink/ink153.xml"/><Relationship Id="rId39" Type="http://schemas.openxmlformats.org/officeDocument/2006/relationships/image" Target="../media/image159.png"/><Relationship Id="rId21" Type="http://schemas.openxmlformats.org/officeDocument/2006/relationships/image" Target="../media/image150.png"/><Relationship Id="rId34" Type="http://schemas.openxmlformats.org/officeDocument/2006/relationships/customXml" Target="../ink/ink157.xml"/><Relationship Id="rId42" Type="http://schemas.openxmlformats.org/officeDocument/2006/relationships/customXml" Target="../ink/ink161.xml"/><Relationship Id="rId47" Type="http://schemas.openxmlformats.org/officeDocument/2006/relationships/image" Target="../media/image163.png"/><Relationship Id="rId50" Type="http://schemas.openxmlformats.org/officeDocument/2006/relationships/customXml" Target="../ink/ink165.xml"/><Relationship Id="rId55" Type="http://schemas.openxmlformats.org/officeDocument/2006/relationships/image" Target="../media/image167.png"/><Relationship Id="rId7" Type="http://schemas.openxmlformats.org/officeDocument/2006/relationships/image" Target="../media/image143.png"/><Relationship Id="rId2" Type="http://schemas.openxmlformats.org/officeDocument/2006/relationships/customXml" Target="../ink/ink141.xml"/><Relationship Id="rId16" Type="http://schemas.openxmlformats.org/officeDocument/2006/relationships/customXml" Target="../ink/ink148.xml"/><Relationship Id="rId29" Type="http://schemas.openxmlformats.org/officeDocument/2006/relationships/image" Target="../media/image154.png"/><Relationship Id="rId11" Type="http://schemas.openxmlformats.org/officeDocument/2006/relationships/image" Target="../media/image145.png"/><Relationship Id="rId24" Type="http://schemas.openxmlformats.org/officeDocument/2006/relationships/customXml" Target="../ink/ink152.xml"/><Relationship Id="rId32" Type="http://schemas.openxmlformats.org/officeDocument/2006/relationships/customXml" Target="../ink/ink156.xml"/><Relationship Id="rId37" Type="http://schemas.openxmlformats.org/officeDocument/2006/relationships/image" Target="../media/image158.png"/><Relationship Id="rId40" Type="http://schemas.openxmlformats.org/officeDocument/2006/relationships/customXml" Target="../ink/ink160.xml"/><Relationship Id="rId45" Type="http://schemas.openxmlformats.org/officeDocument/2006/relationships/image" Target="../media/image162.png"/><Relationship Id="rId53" Type="http://schemas.openxmlformats.org/officeDocument/2006/relationships/image" Target="../media/image166.png"/><Relationship Id="rId5" Type="http://schemas.openxmlformats.org/officeDocument/2006/relationships/image" Target="../media/image142.png"/><Relationship Id="rId19" Type="http://schemas.openxmlformats.org/officeDocument/2006/relationships/image" Target="../media/image149.png"/><Relationship Id="rId4" Type="http://schemas.openxmlformats.org/officeDocument/2006/relationships/customXml" Target="../ink/ink142.xml"/><Relationship Id="rId9" Type="http://schemas.openxmlformats.org/officeDocument/2006/relationships/image" Target="../media/image144.png"/><Relationship Id="rId14" Type="http://schemas.openxmlformats.org/officeDocument/2006/relationships/customXml" Target="../ink/ink147.xml"/><Relationship Id="rId22" Type="http://schemas.openxmlformats.org/officeDocument/2006/relationships/customXml" Target="../ink/ink151.xml"/><Relationship Id="rId27" Type="http://schemas.openxmlformats.org/officeDocument/2006/relationships/image" Target="../media/image153.png"/><Relationship Id="rId30" Type="http://schemas.openxmlformats.org/officeDocument/2006/relationships/customXml" Target="../ink/ink155.xml"/><Relationship Id="rId35" Type="http://schemas.openxmlformats.org/officeDocument/2006/relationships/image" Target="../media/image157.png"/><Relationship Id="rId43" Type="http://schemas.openxmlformats.org/officeDocument/2006/relationships/image" Target="../media/image161.png"/><Relationship Id="rId48" Type="http://schemas.openxmlformats.org/officeDocument/2006/relationships/customXml" Target="../ink/ink164.xml"/><Relationship Id="rId56" Type="http://schemas.openxmlformats.org/officeDocument/2006/relationships/customXml" Target="../ink/ink168.xml"/><Relationship Id="rId8" Type="http://schemas.openxmlformats.org/officeDocument/2006/relationships/customXml" Target="../ink/ink144.xml"/><Relationship Id="rId51" Type="http://schemas.openxmlformats.org/officeDocument/2006/relationships/image" Target="../media/image165.png"/><Relationship Id="rId3" Type="http://schemas.openxmlformats.org/officeDocument/2006/relationships/image" Target="../media/image141.png"/><Relationship Id="rId12" Type="http://schemas.openxmlformats.org/officeDocument/2006/relationships/customXml" Target="../ink/ink146.xml"/><Relationship Id="rId17" Type="http://schemas.openxmlformats.org/officeDocument/2006/relationships/image" Target="../media/image148.png"/><Relationship Id="rId25" Type="http://schemas.openxmlformats.org/officeDocument/2006/relationships/image" Target="../media/image152.png"/><Relationship Id="rId33" Type="http://schemas.openxmlformats.org/officeDocument/2006/relationships/image" Target="../media/image156.png"/><Relationship Id="rId38" Type="http://schemas.openxmlformats.org/officeDocument/2006/relationships/customXml" Target="../ink/ink159.xml"/><Relationship Id="rId46" Type="http://schemas.openxmlformats.org/officeDocument/2006/relationships/customXml" Target="../ink/ink163.xml"/><Relationship Id="rId20" Type="http://schemas.openxmlformats.org/officeDocument/2006/relationships/customXml" Target="../ink/ink150.xml"/><Relationship Id="rId41" Type="http://schemas.openxmlformats.org/officeDocument/2006/relationships/image" Target="../media/image160.png"/><Relationship Id="rId54" Type="http://schemas.openxmlformats.org/officeDocument/2006/relationships/customXml" Target="../ink/ink1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3.xml"/><Relationship Id="rId15" Type="http://schemas.openxmlformats.org/officeDocument/2006/relationships/image" Target="../media/image147.png"/><Relationship Id="rId23" Type="http://schemas.openxmlformats.org/officeDocument/2006/relationships/image" Target="../media/image151.png"/><Relationship Id="rId28" Type="http://schemas.openxmlformats.org/officeDocument/2006/relationships/customXml" Target="../ink/ink154.xml"/><Relationship Id="rId36" Type="http://schemas.openxmlformats.org/officeDocument/2006/relationships/customXml" Target="../ink/ink158.xml"/><Relationship Id="rId49" Type="http://schemas.openxmlformats.org/officeDocument/2006/relationships/image" Target="../media/image164.png"/><Relationship Id="rId57" Type="http://schemas.openxmlformats.org/officeDocument/2006/relationships/image" Target="../media/image168.png"/><Relationship Id="rId10" Type="http://schemas.openxmlformats.org/officeDocument/2006/relationships/customXml" Target="../ink/ink145.xml"/><Relationship Id="rId31" Type="http://schemas.openxmlformats.org/officeDocument/2006/relationships/image" Target="../media/image155.png"/><Relationship Id="rId44" Type="http://schemas.openxmlformats.org/officeDocument/2006/relationships/customXml" Target="../ink/ink162.xml"/><Relationship Id="rId52" Type="http://schemas.openxmlformats.org/officeDocument/2006/relationships/customXml" Target="../ink/ink166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1.xml"/><Relationship Id="rId21" Type="http://schemas.openxmlformats.org/officeDocument/2006/relationships/image" Target="../media/image178.png"/><Relationship Id="rId42" Type="http://schemas.openxmlformats.org/officeDocument/2006/relationships/customXml" Target="../ink/ink189.xml"/><Relationship Id="rId47" Type="http://schemas.openxmlformats.org/officeDocument/2006/relationships/image" Target="../media/image191.png"/><Relationship Id="rId63" Type="http://schemas.openxmlformats.org/officeDocument/2006/relationships/image" Target="../media/image199.png"/><Relationship Id="rId68" Type="http://schemas.openxmlformats.org/officeDocument/2006/relationships/customXml" Target="../ink/ink202.xml"/><Relationship Id="rId84" Type="http://schemas.openxmlformats.org/officeDocument/2006/relationships/customXml" Target="../ink/ink210.xml"/><Relationship Id="rId89" Type="http://schemas.openxmlformats.org/officeDocument/2006/relationships/image" Target="../media/image212.png"/><Relationship Id="rId16" Type="http://schemas.openxmlformats.org/officeDocument/2006/relationships/customXml" Target="../ink/ink176.xml"/><Relationship Id="rId11" Type="http://schemas.openxmlformats.org/officeDocument/2006/relationships/image" Target="../media/image173.png"/><Relationship Id="rId32" Type="http://schemas.openxmlformats.org/officeDocument/2006/relationships/customXml" Target="../ink/ink184.xml"/><Relationship Id="rId37" Type="http://schemas.openxmlformats.org/officeDocument/2006/relationships/image" Target="../media/image186.png"/><Relationship Id="rId53" Type="http://schemas.openxmlformats.org/officeDocument/2006/relationships/image" Target="../media/image194.png"/><Relationship Id="rId58" Type="http://schemas.openxmlformats.org/officeDocument/2006/relationships/customXml" Target="../ink/ink197.xml"/><Relationship Id="rId74" Type="http://schemas.openxmlformats.org/officeDocument/2006/relationships/customXml" Target="../ink/ink205.xml"/><Relationship Id="rId79" Type="http://schemas.openxmlformats.org/officeDocument/2006/relationships/image" Target="../media/image207.png"/><Relationship Id="rId5" Type="http://schemas.openxmlformats.org/officeDocument/2006/relationships/image" Target="../media/image170.png"/><Relationship Id="rId14" Type="http://schemas.openxmlformats.org/officeDocument/2006/relationships/customXml" Target="../ink/ink175.xml"/><Relationship Id="rId22" Type="http://schemas.openxmlformats.org/officeDocument/2006/relationships/customXml" Target="../ink/ink179.xml"/><Relationship Id="rId27" Type="http://schemas.openxmlformats.org/officeDocument/2006/relationships/image" Target="../media/image181.png"/><Relationship Id="rId30" Type="http://schemas.openxmlformats.org/officeDocument/2006/relationships/customXml" Target="../ink/ink183.xml"/><Relationship Id="rId35" Type="http://schemas.openxmlformats.org/officeDocument/2006/relationships/image" Target="../media/image185.png"/><Relationship Id="rId43" Type="http://schemas.openxmlformats.org/officeDocument/2006/relationships/image" Target="../media/image189.png"/><Relationship Id="rId48" Type="http://schemas.openxmlformats.org/officeDocument/2006/relationships/customXml" Target="../ink/ink192.xml"/><Relationship Id="rId56" Type="http://schemas.openxmlformats.org/officeDocument/2006/relationships/customXml" Target="../ink/ink196.xml"/><Relationship Id="rId64" Type="http://schemas.openxmlformats.org/officeDocument/2006/relationships/customXml" Target="../ink/ink200.xml"/><Relationship Id="rId69" Type="http://schemas.openxmlformats.org/officeDocument/2006/relationships/image" Target="../media/image202.png"/><Relationship Id="rId77" Type="http://schemas.openxmlformats.org/officeDocument/2006/relationships/image" Target="../media/image206.png"/><Relationship Id="rId8" Type="http://schemas.openxmlformats.org/officeDocument/2006/relationships/customXml" Target="../ink/ink172.xml"/><Relationship Id="rId51" Type="http://schemas.openxmlformats.org/officeDocument/2006/relationships/image" Target="../media/image193.png"/><Relationship Id="rId72" Type="http://schemas.openxmlformats.org/officeDocument/2006/relationships/customXml" Target="../ink/ink204.xml"/><Relationship Id="rId80" Type="http://schemas.openxmlformats.org/officeDocument/2006/relationships/customXml" Target="../ink/ink208.xml"/><Relationship Id="rId85" Type="http://schemas.openxmlformats.org/officeDocument/2006/relationships/image" Target="../media/image210.png"/><Relationship Id="rId3" Type="http://schemas.openxmlformats.org/officeDocument/2006/relationships/image" Target="../media/image169.png"/><Relationship Id="rId12" Type="http://schemas.openxmlformats.org/officeDocument/2006/relationships/customXml" Target="../ink/ink174.xml"/><Relationship Id="rId17" Type="http://schemas.openxmlformats.org/officeDocument/2006/relationships/image" Target="../media/image176.png"/><Relationship Id="rId25" Type="http://schemas.openxmlformats.org/officeDocument/2006/relationships/image" Target="../media/image180.png"/><Relationship Id="rId33" Type="http://schemas.openxmlformats.org/officeDocument/2006/relationships/image" Target="../media/image184.png"/><Relationship Id="rId38" Type="http://schemas.openxmlformats.org/officeDocument/2006/relationships/customXml" Target="../ink/ink187.xml"/><Relationship Id="rId46" Type="http://schemas.openxmlformats.org/officeDocument/2006/relationships/customXml" Target="../ink/ink191.xml"/><Relationship Id="rId59" Type="http://schemas.openxmlformats.org/officeDocument/2006/relationships/image" Target="../media/image197.png"/><Relationship Id="rId67" Type="http://schemas.openxmlformats.org/officeDocument/2006/relationships/image" Target="../media/image201.png"/><Relationship Id="rId20" Type="http://schemas.openxmlformats.org/officeDocument/2006/relationships/customXml" Target="../ink/ink178.xml"/><Relationship Id="rId41" Type="http://schemas.openxmlformats.org/officeDocument/2006/relationships/image" Target="../media/image188.png"/><Relationship Id="rId54" Type="http://schemas.openxmlformats.org/officeDocument/2006/relationships/customXml" Target="../ink/ink195.xml"/><Relationship Id="rId62" Type="http://schemas.openxmlformats.org/officeDocument/2006/relationships/customXml" Target="../ink/ink199.xml"/><Relationship Id="rId70" Type="http://schemas.openxmlformats.org/officeDocument/2006/relationships/customXml" Target="../ink/ink203.xml"/><Relationship Id="rId75" Type="http://schemas.openxmlformats.org/officeDocument/2006/relationships/image" Target="../media/image205.png"/><Relationship Id="rId83" Type="http://schemas.openxmlformats.org/officeDocument/2006/relationships/image" Target="../media/image209.png"/><Relationship Id="rId88" Type="http://schemas.openxmlformats.org/officeDocument/2006/relationships/customXml" Target="../ink/ink2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1.xml"/><Relationship Id="rId15" Type="http://schemas.openxmlformats.org/officeDocument/2006/relationships/image" Target="../media/image175.png"/><Relationship Id="rId23" Type="http://schemas.openxmlformats.org/officeDocument/2006/relationships/image" Target="../media/image179.png"/><Relationship Id="rId28" Type="http://schemas.openxmlformats.org/officeDocument/2006/relationships/customXml" Target="../ink/ink182.xml"/><Relationship Id="rId36" Type="http://schemas.openxmlformats.org/officeDocument/2006/relationships/customXml" Target="../ink/ink186.xml"/><Relationship Id="rId49" Type="http://schemas.openxmlformats.org/officeDocument/2006/relationships/image" Target="../media/image192.png"/><Relationship Id="rId57" Type="http://schemas.openxmlformats.org/officeDocument/2006/relationships/image" Target="../media/image196.png"/><Relationship Id="rId10" Type="http://schemas.openxmlformats.org/officeDocument/2006/relationships/customXml" Target="../ink/ink173.xml"/><Relationship Id="rId31" Type="http://schemas.openxmlformats.org/officeDocument/2006/relationships/image" Target="../media/image183.png"/><Relationship Id="rId44" Type="http://schemas.openxmlformats.org/officeDocument/2006/relationships/customXml" Target="../ink/ink190.xml"/><Relationship Id="rId52" Type="http://schemas.openxmlformats.org/officeDocument/2006/relationships/customXml" Target="../ink/ink194.xml"/><Relationship Id="rId60" Type="http://schemas.openxmlformats.org/officeDocument/2006/relationships/customXml" Target="../ink/ink198.xml"/><Relationship Id="rId65" Type="http://schemas.openxmlformats.org/officeDocument/2006/relationships/image" Target="../media/image200.png"/><Relationship Id="rId73" Type="http://schemas.openxmlformats.org/officeDocument/2006/relationships/image" Target="../media/image204.png"/><Relationship Id="rId78" Type="http://schemas.openxmlformats.org/officeDocument/2006/relationships/customXml" Target="../ink/ink207.xml"/><Relationship Id="rId81" Type="http://schemas.openxmlformats.org/officeDocument/2006/relationships/image" Target="../media/image208.png"/><Relationship Id="rId86" Type="http://schemas.openxmlformats.org/officeDocument/2006/relationships/customXml" Target="../ink/ink211.xml"/><Relationship Id="rId4" Type="http://schemas.openxmlformats.org/officeDocument/2006/relationships/customXml" Target="../ink/ink170.xml"/><Relationship Id="rId9" Type="http://schemas.openxmlformats.org/officeDocument/2006/relationships/image" Target="../media/image172.png"/><Relationship Id="rId13" Type="http://schemas.openxmlformats.org/officeDocument/2006/relationships/image" Target="../media/image174.png"/><Relationship Id="rId18" Type="http://schemas.openxmlformats.org/officeDocument/2006/relationships/customXml" Target="../ink/ink177.xml"/><Relationship Id="rId39" Type="http://schemas.openxmlformats.org/officeDocument/2006/relationships/image" Target="../media/image187.png"/><Relationship Id="rId34" Type="http://schemas.openxmlformats.org/officeDocument/2006/relationships/customXml" Target="../ink/ink185.xml"/><Relationship Id="rId50" Type="http://schemas.openxmlformats.org/officeDocument/2006/relationships/customXml" Target="../ink/ink193.xml"/><Relationship Id="rId55" Type="http://schemas.openxmlformats.org/officeDocument/2006/relationships/image" Target="../media/image195.png"/><Relationship Id="rId76" Type="http://schemas.openxmlformats.org/officeDocument/2006/relationships/customXml" Target="../ink/ink206.xml"/><Relationship Id="rId7" Type="http://schemas.openxmlformats.org/officeDocument/2006/relationships/image" Target="../media/image171.png"/><Relationship Id="rId71" Type="http://schemas.openxmlformats.org/officeDocument/2006/relationships/image" Target="../media/image203.png"/><Relationship Id="rId2" Type="http://schemas.openxmlformats.org/officeDocument/2006/relationships/customXml" Target="../ink/ink169.xml"/><Relationship Id="rId29" Type="http://schemas.openxmlformats.org/officeDocument/2006/relationships/image" Target="../media/image182.png"/><Relationship Id="rId24" Type="http://schemas.openxmlformats.org/officeDocument/2006/relationships/customXml" Target="../ink/ink180.xml"/><Relationship Id="rId40" Type="http://schemas.openxmlformats.org/officeDocument/2006/relationships/customXml" Target="../ink/ink188.xml"/><Relationship Id="rId45" Type="http://schemas.openxmlformats.org/officeDocument/2006/relationships/image" Target="../media/image190.png"/><Relationship Id="rId66" Type="http://schemas.openxmlformats.org/officeDocument/2006/relationships/customXml" Target="../ink/ink201.xml"/><Relationship Id="rId87" Type="http://schemas.openxmlformats.org/officeDocument/2006/relationships/image" Target="../media/image211.png"/><Relationship Id="rId61" Type="http://schemas.openxmlformats.org/officeDocument/2006/relationships/image" Target="../media/image198.png"/><Relationship Id="rId82" Type="http://schemas.openxmlformats.org/officeDocument/2006/relationships/customXml" Target="../ink/ink209.xml"/><Relationship Id="rId19" Type="http://schemas.openxmlformats.org/officeDocument/2006/relationships/image" Target="../media/image17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8.png"/><Relationship Id="rId18" Type="http://schemas.openxmlformats.org/officeDocument/2006/relationships/customXml" Target="../ink/ink221.xml"/><Relationship Id="rId26" Type="http://schemas.openxmlformats.org/officeDocument/2006/relationships/customXml" Target="../ink/ink225.xml"/><Relationship Id="rId39" Type="http://schemas.openxmlformats.org/officeDocument/2006/relationships/image" Target="../media/image231.png"/><Relationship Id="rId21" Type="http://schemas.openxmlformats.org/officeDocument/2006/relationships/image" Target="../media/image222.png"/><Relationship Id="rId34" Type="http://schemas.openxmlformats.org/officeDocument/2006/relationships/customXml" Target="../ink/ink229.xml"/><Relationship Id="rId42" Type="http://schemas.openxmlformats.org/officeDocument/2006/relationships/customXml" Target="../ink/ink233.xml"/><Relationship Id="rId47" Type="http://schemas.openxmlformats.org/officeDocument/2006/relationships/image" Target="../media/image235.png"/><Relationship Id="rId50" Type="http://schemas.openxmlformats.org/officeDocument/2006/relationships/customXml" Target="../ink/ink237.xml"/><Relationship Id="rId7" Type="http://schemas.openxmlformats.org/officeDocument/2006/relationships/image" Target="../media/image215.png"/><Relationship Id="rId2" Type="http://schemas.openxmlformats.org/officeDocument/2006/relationships/customXml" Target="../ink/ink213.xml"/><Relationship Id="rId16" Type="http://schemas.openxmlformats.org/officeDocument/2006/relationships/customXml" Target="../ink/ink220.xml"/><Relationship Id="rId29" Type="http://schemas.openxmlformats.org/officeDocument/2006/relationships/image" Target="../media/image226.png"/><Relationship Id="rId11" Type="http://schemas.openxmlformats.org/officeDocument/2006/relationships/image" Target="../media/image217.png"/><Relationship Id="rId24" Type="http://schemas.openxmlformats.org/officeDocument/2006/relationships/customXml" Target="../ink/ink224.xml"/><Relationship Id="rId32" Type="http://schemas.openxmlformats.org/officeDocument/2006/relationships/customXml" Target="../ink/ink228.xml"/><Relationship Id="rId37" Type="http://schemas.openxmlformats.org/officeDocument/2006/relationships/image" Target="../media/image230.png"/><Relationship Id="rId40" Type="http://schemas.openxmlformats.org/officeDocument/2006/relationships/customXml" Target="../ink/ink232.xml"/><Relationship Id="rId45" Type="http://schemas.openxmlformats.org/officeDocument/2006/relationships/image" Target="../media/image234.png"/><Relationship Id="rId53" Type="http://schemas.openxmlformats.org/officeDocument/2006/relationships/image" Target="../media/image238.png"/><Relationship Id="rId5" Type="http://schemas.openxmlformats.org/officeDocument/2006/relationships/image" Target="../media/image214.png"/><Relationship Id="rId10" Type="http://schemas.openxmlformats.org/officeDocument/2006/relationships/customXml" Target="../ink/ink217.xml"/><Relationship Id="rId19" Type="http://schemas.openxmlformats.org/officeDocument/2006/relationships/image" Target="../media/image221.png"/><Relationship Id="rId31" Type="http://schemas.openxmlformats.org/officeDocument/2006/relationships/image" Target="../media/image227.png"/><Relationship Id="rId44" Type="http://schemas.openxmlformats.org/officeDocument/2006/relationships/customXml" Target="../ink/ink234.xml"/><Relationship Id="rId52" Type="http://schemas.openxmlformats.org/officeDocument/2006/relationships/customXml" Target="../ink/ink238.xml"/><Relationship Id="rId4" Type="http://schemas.openxmlformats.org/officeDocument/2006/relationships/customXml" Target="../ink/ink214.xml"/><Relationship Id="rId9" Type="http://schemas.openxmlformats.org/officeDocument/2006/relationships/image" Target="../media/image216.png"/><Relationship Id="rId14" Type="http://schemas.openxmlformats.org/officeDocument/2006/relationships/customXml" Target="../ink/ink219.xml"/><Relationship Id="rId22" Type="http://schemas.openxmlformats.org/officeDocument/2006/relationships/customXml" Target="../ink/ink223.xml"/><Relationship Id="rId27" Type="http://schemas.openxmlformats.org/officeDocument/2006/relationships/image" Target="../media/image225.png"/><Relationship Id="rId30" Type="http://schemas.openxmlformats.org/officeDocument/2006/relationships/customXml" Target="../ink/ink227.xml"/><Relationship Id="rId35" Type="http://schemas.openxmlformats.org/officeDocument/2006/relationships/image" Target="../media/image229.png"/><Relationship Id="rId43" Type="http://schemas.openxmlformats.org/officeDocument/2006/relationships/image" Target="../media/image233.png"/><Relationship Id="rId48" Type="http://schemas.openxmlformats.org/officeDocument/2006/relationships/customXml" Target="../ink/ink236.xml"/><Relationship Id="rId8" Type="http://schemas.openxmlformats.org/officeDocument/2006/relationships/customXml" Target="../ink/ink216.xml"/><Relationship Id="rId51" Type="http://schemas.openxmlformats.org/officeDocument/2006/relationships/image" Target="../media/image237.png"/><Relationship Id="rId3" Type="http://schemas.openxmlformats.org/officeDocument/2006/relationships/image" Target="../media/image213.png"/><Relationship Id="rId12" Type="http://schemas.openxmlformats.org/officeDocument/2006/relationships/customXml" Target="../ink/ink218.xml"/><Relationship Id="rId17" Type="http://schemas.openxmlformats.org/officeDocument/2006/relationships/image" Target="../media/image220.png"/><Relationship Id="rId25" Type="http://schemas.openxmlformats.org/officeDocument/2006/relationships/image" Target="../media/image224.png"/><Relationship Id="rId33" Type="http://schemas.openxmlformats.org/officeDocument/2006/relationships/image" Target="../media/image228.png"/><Relationship Id="rId38" Type="http://schemas.openxmlformats.org/officeDocument/2006/relationships/customXml" Target="../ink/ink231.xml"/><Relationship Id="rId46" Type="http://schemas.openxmlformats.org/officeDocument/2006/relationships/customXml" Target="../ink/ink235.xml"/><Relationship Id="rId20" Type="http://schemas.openxmlformats.org/officeDocument/2006/relationships/customXml" Target="../ink/ink222.xml"/><Relationship Id="rId41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5.xml"/><Relationship Id="rId15" Type="http://schemas.openxmlformats.org/officeDocument/2006/relationships/image" Target="../media/image219.png"/><Relationship Id="rId23" Type="http://schemas.openxmlformats.org/officeDocument/2006/relationships/image" Target="../media/image223.png"/><Relationship Id="rId28" Type="http://schemas.openxmlformats.org/officeDocument/2006/relationships/customXml" Target="../ink/ink226.xml"/><Relationship Id="rId36" Type="http://schemas.openxmlformats.org/officeDocument/2006/relationships/customXml" Target="../ink/ink230.xml"/><Relationship Id="rId49" Type="http://schemas.openxmlformats.org/officeDocument/2006/relationships/image" Target="../media/image2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F86A820-BE4B-61B8-8A24-DE1032D4D371}"/>
              </a:ext>
            </a:extLst>
          </p:cNvPr>
          <p:cNvGrpSpPr/>
          <p:nvPr/>
        </p:nvGrpSpPr>
        <p:grpSpPr>
          <a:xfrm>
            <a:off x="4349650" y="1822530"/>
            <a:ext cx="819720" cy="883800"/>
            <a:chOff x="4349650" y="1822530"/>
            <a:chExt cx="819720" cy="88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506F91E8-810D-CE05-54C3-F8710478F31B}"/>
                    </a:ext>
                  </a:extLst>
                </p14:cNvPr>
                <p14:cNvContentPartPr/>
                <p14:nvPr/>
              </p14:nvContentPartPr>
              <p14:xfrm>
                <a:off x="4349650" y="1930170"/>
                <a:ext cx="187560" cy="3348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506F91E8-810D-CE05-54C3-F8710478F3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43530" y="1924050"/>
                  <a:ext cx="199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A2627BCE-F54F-F961-CC12-A205226FED54}"/>
                    </a:ext>
                  </a:extLst>
                </p14:cNvPr>
                <p14:cNvContentPartPr/>
                <p14:nvPr/>
              </p14:nvContentPartPr>
              <p14:xfrm>
                <a:off x="4527490" y="1822530"/>
                <a:ext cx="97200" cy="83412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A2627BCE-F54F-F961-CC12-A205226FED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1370" y="1816410"/>
                  <a:ext cx="10944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5023FA6B-3CC2-2809-A995-1AE3396EC2A5}"/>
                    </a:ext>
                  </a:extLst>
                </p14:cNvPr>
                <p14:cNvContentPartPr/>
                <p14:nvPr/>
              </p14:nvContentPartPr>
              <p14:xfrm>
                <a:off x="4409050" y="1993890"/>
                <a:ext cx="176400" cy="2674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5023FA6B-3CC2-2809-A995-1AE3396EC2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02930" y="1987770"/>
                  <a:ext cx="1886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76471529-F27D-E932-0502-21D8831A975E}"/>
                    </a:ext>
                  </a:extLst>
                </p14:cNvPr>
                <p14:cNvContentPartPr/>
                <p14:nvPr/>
              </p14:nvContentPartPr>
              <p14:xfrm>
                <a:off x="4876690" y="1891650"/>
                <a:ext cx="185040" cy="1116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76471529-F27D-E932-0502-21D8831A97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70570" y="1885530"/>
                  <a:ext cx="197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E2B3AC30-0291-1953-D24A-8D5B2AE8ABA0}"/>
                    </a:ext>
                  </a:extLst>
                </p14:cNvPr>
                <p14:cNvContentPartPr/>
                <p14:nvPr/>
              </p14:nvContentPartPr>
              <p14:xfrm>
                <a:off x="4686250" y="2076330"/>
                <a:ext cx="466920" cy="4608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E2B3AC30-0291-1953-D24A-8D5B2AE8AB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80130" y="2070210"/>
                  <a:ext cx="479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98245754-0369-4525-8C9C-15AED6D341CF}"/>
                    </a:ext>
                  </a:extLst>
                </p14:cNvPr>
                <p14:cNvContentPartPr/>
                <p14:nvPr/>
              </p14:nvContentPartPr>
              <p14:xfrm>
                <a:off x="4959130" y="2171730"/>
                <a:ext cx="210240" cy="5346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98245754-0369-4525-8C9C-15AED6D341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53010" y="2165610"/>
                  <a:ext cx="222480" cy="54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AAE28DB-D0A5-4CAE-95DC-21213F234EDD}"/>
              </a:ext>
            </a:extLst>
          </p:cNvPr>
          <p:cNvGrpSpPr/>
          <p:nvPr/>
        </p:nvGrpSpPr>
        <p:grpSpPr>
          <a:xfrm>
            <a:off x="5718730" y="1758810"/>
            <a:ext cx="982080" cy="1080000"/>
            <a:chOff x="5718730" y="1758810"/>
            <a:chExt cx="982080" cy="10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5A9250F-7E9D-9962-C1F3-6BC59379FF91}"/>
                    </a:ext>
                  </a:extLst>
                </p14:cNvPr>
                <p14:cNvContentPartPr/>
                <p14:nvPr/>
              </p14:nvContentPartPr>
              <p14:xfrm>
                <a:off x="5765890" y="1828650"/>
                <a:ext cx="13680" cy="2347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25A9250F-7E9D-9962-C1F3-6BC59379FF9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59770" y="1822530"/>
                  <a:ext cx="259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F26D6DE3-DBC1-E682-0BB7-BC124EB9B448}"/>
                    </a:ext>
                  </a:extLst>
                </p14:cNvPr>
                <p14:cNvContentPartPr/>
                <p14:nvPr/>
              </p14:nvContentPartPr>
              <p14:xfrm>
                <a:off x="5854450" y="1758810"/>
                <a:ext cx="145440" cy="3319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F26D6DE3-DBC1-E682-0BB7-BC124EB9B4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48330" y="1752690"/>
                  <a:ext cx="1576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7DC62F4B-6599-1926-186F-474E5499C102}"/>
                    </a:ext>
                  </a:extLst>
                </p14:cNvPr>
                <p14:cNvContentPartPr/>
                <p14:nvPr/>
              </p14:nvContentPartPr>
              <p14:xfrm>
                <a:off x="5718730" y="2088930"/>
                <a:ext cx="982080" cy="7498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7DC62F4B-6599-1926-186F-474E5499C1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12610" y="2082810"/>
                  <a:ext cx="994320" cy="7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8AE54435-EBA7-7F95-8D60-4CDAED6E0310}"/>
                    </a:ext>
                  </a:extLst>
                </p14:cNvPr>
                <p14:cNvContentPartPr/>
                <p14:nvPr/>
              </p14:nvContentPartPr>
              <p14:xfrm>
                <a:off x="6089170" y="1942770"/>
                <a:ext cx="335520" cy="6040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8AE54435-EBA7-7F95-8D60-4CDAED6E03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3050" y="1936650"/>
                  <a:ext cx="34776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111675E6-038D-F610-6B08-AA88BDF01BC8}"/>
                    </a:ext>
                  </a:extLst>
                </p14:cNvPr>
                <p14:cNvContentPartPr/>
                <p14:nvPr/>
              </p14:nvContentPartPr>
              <p14:xfrm>
                <a:off x="6249010" y="2108010"/>
                <a:ext cx="134280" cy="35028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111675E6-038D-F610-6B08-AA88BDF01B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42890" y="2101890"/>
                  <a:ext cx="1465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1C9E6748-9702-379E-065E-9DAC70AF6A02}"/>
                    </a:ext>
                  </a:extLst>
                </p14:cNvPr>
                <p14:cNvContentPartPr/>
                <p14:nvPr/>
              </p14:nvContentPartPr>
              <p14:xfrm>
                <a:off x="6187450" y="2457570"/>
                <a:ext cx="443520" cy="2829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1C9E6748-9702-379E-065E-9DAC70AF6A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81330" y="2451450"/>
                  <a:ext cx="455760" cy="29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9666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47BE3D2B-FF16-7F55-46E0-5276BEEB0522}"/>
              </a:ext>
            </a:extLst>
          </p:cNvPr>
          <p:cNvGrpSpPr/>
          <p:nvPr/>
        </p:nvGrpSpPr>
        <p:grpSpPr>
          <a:xfrm>
            <a:off x="437530" y="126930"/>
            <a:ext cx="3644280" cy="6687000"/>
            <a:chOff x="437530" y="126930"/>
            <a:chExt cx="3644280" cy="66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C3B7085A-7F1C-D4BE-6E95-AD77B5A79998}"/>
                    </a:ext>
                  </a:extLst>
                </p14:cNvPr>
                <p14:cNvContentPartPr/>
                <p14:nvPr/>
              </p14:nvContentPartPr>
              <p14:xfrm>
                <a:off x="641290" y="126930"/>
                <a:ext cx="72720" cy="7668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C3B7085A-7F1C-D4BE-6E95-AD77B5A799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5170" y="120810"/>
                  <a:ext cx="84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F6C262CB-D08C-8668-2CD9-A4BD40E1F839}"/>
                    </a:ext>
                  </a:extLst>
                </p14:cNvPr>
                <p14:cNvContentPartPr/>
                <p14:nvPr/>
              </p14:nvContentPartPr>
              <p14:xfrm>
                <a:off x="437530" y="209370"/>
                <a:ext cx="32400" cy="19044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F6C262CB-D08C-8668-2CD9-A4BD40E1F8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1410" y="203250"/>
                  <a:ext cx="44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77DA4120-AE24-C49D-64F4-AF5422CF9ACE}"/>
                    </a:ext>
                  </a:extLst>
                </p14:cNvPr>
                <p14:cNvContentPartPr/>
                <p14:nvPr/>
              </p14:nvContentPartPr>
              <p14:xfrm>
                <a:off x="806170" y="317370"/>
                <a:ext cx="347760" cy="23544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77DA4120-AE24-C49D-64F4-AF5422CF9A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0050" y="311250"/>
                  <a:ext cx="360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0E4B904-B018-4951-58D0-A7FB7CCF5299}"/>
                    </a:ext>
                  </a:extLst>
                </p14:cNvPr>
                <p14:cNvContentPartPr/>
                <p14:nvPr/>
              </p14:nvContentPartPr>
              <p14:xfrm>
                <a:off x="520330" y="450930"/>
                <a:ext cx="506520" cy="14616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0E4B904-B018-4951-58D0-A7FB7CCF52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4210" y="444810"/>
                  <a:ext cx="518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C3FCA4A8-5CF0-DB78-C49B-9A1955E4EC6D}"/>
                    </a:ext>
                  </a:extLst>
                </p14:cNvPr>
                <p14:cNvContentPartPr/>
                <p14:nvPr/>
              </p14:nvContentPartPr>
              <p14:xfrm>
                <a:off x="813370" y="418890"/>
                <a:ext cx="183600" cy="3308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C3FCA4A8-5CF0-DB78-C49B-9A1955E4EC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7250" y="412770"/>
                  <a:ext cx="195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23A082C0-4E2D-7C7D-5311-659176FD4DAA}"/>
                    </a:ext>
                  </a:extLst>
                </p14:cNvPr>
                <p14:cNvContentPartPr/>
                <p14:nvPr/>
              </p14:nvContentPartPr>
              <p14:xfrm>
                <a:off x="514210" y="714810"/>
                <a:ext cx="460440" cy="111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23A082C0-4E2D-7C7D-5311-659176FD4D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090" y="708690"/>
                  <a:ext cx="47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A4F7F6BB-78CF-149E-7D03-1BD7AE504DD4}"/>
                    </a:ext>
                  </a:extLst>
                </p14:cNvPr>
                <p14:cNvContentPartPr/>
                <p14:nvPr/>
              </p14:nvContentPartPr>
              <p14:xfrm>
                <a:off x="520330" y="768090"/>
                <a:ext cx="463320" cy="838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A4F7F6BB-78CF-149E-7D03-1BD7AE504D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4210" y="761970"/>
                  <a:ext cx="475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D96D1F11-67D6-A567-C1BF-C5CEF7AE38E7}"/>
                    </a:ext>
                  </a:extLst>
                </p14:cNvPr>
                <p14:cNvContentPartPr/>
                <p14:nvPr/>
              </p14:nvContentPartPr>
              <p14:xfrm>
                <a:off x="554170" y="825330"/>
                <a:ext cx="208080" cy="2307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D96D1F11-67D6-A567-C1BF-C5CEF7AE38E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8050" y="819210"/>
                  <a:ext cx="2203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4F321BFB-850A-A5EC-E9CD-7604E794F521}"/>
                    </a:ext>
                  </a:extLst>
                </p14:cNvPr>
                <p14:cNvContentPartPr/>
                <p14:nvPr/>
              </p14:nvContentPartPr>
              <p14:xfrm>
                <a:off x="933250" y="825330"/>
                <a:ext cx="58320" cy="424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4F321BFB-850A-A5EC-E9CD-7604E794F5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7130" y="819210"/>
                  <a:ext cx="70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86A1243E-AD1D-BB30-DA90-2926737AF699}"/>
                    </a:ext>
                  </a:extLst>
                </p14:cNvPr>
                <p14:cNvContentPartPr/>
                <p14:nvPr/>
              </p14:nvContentPartPr>
              <p14:xfrm>
                <a:off x="666490" y="1003170"/>
                <a:ext cx="77040" cy="15624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86A1243E-AD1D-BB30-DA90-2926737AF6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0370" y="997050"/>
                  <a:ext cx="89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7F93E32-626E-6D16-F565-B8B05E7A9EC3}"/>
                    </a:ext>
                  </a:extLst>
                </p14:cNvPr>
                <p14:cNvContentPartPr/>
                <p14:nvPr/>
              </p14:nvContentPartPr>
              <p14:xfrm>
                <a:off x="831730" y="920010"/>
                <a:ext cx="273240" cy="26172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7F93E32-626E-6D16-F565-B8B05E7A9E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5610" y="913890"/>
                  <a:ext cx="285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93A3F467-434B-845C-793C-4438633475E8}"/>
                    </a:ext>
                  </a:extLst>
                </p14:cNvPr>
                <p14:cNvContentPartPr/>
                <p14:nvPr/>
              </p14:nvContentPartPr>
              <p14:xfrm>
                <a:off x="796810" y="1034850"/>
                <a:ext cx="149400" cy="2966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93A3F467-434B-845C-793C-4438633475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0690" y="1028730"/>
                  <a:ext cx="1616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2A2BE57E-B5DA-2C39-C55D-B8A3026E903A}"/>
                    </a:ext>
                  </a:extLst>
                </p14:cNvPr>
                <p14:cNvContentPartPr/>
                <p14:nvPr/>
              </p14:nvContentPartPr>
              <p14:xfrm>
                <a:off x="964930" y="1282530"/>
                <a:ext cx="232920" cy="1022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2A2BE57E-B5DA-2C39-C55D-B8A3026E90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8810" y="1276410"/>
                  <a:ext cx="245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855F6C91-D59A-CFD4-558A-BA3AB0BD9EA7}"/>
                    </a:ext>
                  </a:extLst>
                </p14:cNvPr>
                <p14:cNvContentPartPr/>
                <p14:nvPr/>
              </p14:nvContentPartPr>
              <p14:xfrm>
                <a:off x="1521130" y="380730"/>
                <a:ext cx="2880" cy="2001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855F6C91-D59A-CFD4-558A-BA3AB0BD9E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15010" y="374610"/>
                  <a:ext cx="15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06727665-1FCF-1AB7-C9F7-6C05298C9D6C}"/>
                    </a:ext>
                  </a:extLst>
                </p14:cNvPr>
                <p14:cNvContentPartPr/>
                <p14:nvPr/>
              </p14:nvContentPartPr>
              <p14:xfrm>
                <a:off x="1625530" y="221610"/>
                <a:ext cx="160200" cy="44028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06727665-1FCF-1AB7-C9F7-6C05298C9D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19410" y="215490"/>
                  <a:ext cx="1724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A9D54517-4A9B-4EA3-4CC3-0FCEC4B739C9}"/>
                    </a:ext>
                  </a:extLst>
                </p14:cNvPr>
                <p14:cNvContentPartPr/>
                <p14:nvPr/>
              </p14:nvContentPartPr>
              <p14:xfrm>
                <a:off x="1542730" y="563970"/>
                <a:ext cx="159840" cy="1800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A9D54517-4A9B-4EA3-4CC3-0FCEC4B739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6610" y="557850"/>
                  <a:ext cx="172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F58B0A09-C51D-35F9-AF77-8E908635D904}"/>
                    </a:ext>
                  </a:extLst>
                </p14:cNvPr>
                <p14:cNvContentPartPr/>
                <p14:nvPr/>
              </p14:nvContentPartPr>
              <p14:xfrm>
                <a:off x="1536250" y="621930"/>
                <a:ext cx="1800" cy="3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F58B0A09-C51D-35F9-AF77-8E908635D9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30130" y="615810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914F7229-40E4-C140-360A-01B69D143C05}"/>
                    </a:ext>
                  </a:extLst>
                </p14:cNvPr>
                <p14:cNvContentPartPr/>
                <p14:nvPr/>
              </p14:nvContentPartPr>
              <p14:xfrm>
                <a:off x="1366330" y="710850"/>
                <a:ext cx="825840" cy="4604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914F7229-40E4-C140-360A-01B69D143C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60210" y="704730"/>
                  <a:ext cx="83808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02D84003-1A42-8983-40B5-E4992C8502CF}"/>
                    </a:ext>
                  </a:extLst>
                </p14:cNvPr>
                <p14:cNvContentPartPr/>
                <p14:nvPr/>
              </p14:nvContentPartPr>
              <p14:xfrm>
                <a:off x="1860250" y="431490"/>
                <a:ext cx="207360" cy="5284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02D84003-1A42-8983-40B5-E4992C8502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54130" y="425370"/>
                  <a:ext cx="21960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77477351-F4DC-1106-E425-062231120169}"/>
                    </a:ext>
                  </a:extLst>
                </p14:cNvPr>
                <p14:cNvContentPartPr/>
                <p14:nvPr/>
              </p14:nvContentPartPr>
              <p14:xfrm>
                <a:off x="1980850" y="589530"/>
                <a:ext cx="210240" cy="4338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77477351-F4DC-1106-E425-06223112016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74730" y="583410"/>
                  <a:ext cx="2224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3E65C18-6E7B-8932-7B67-A095AF0DB3ED}"/>
                    </a:ext>
                  </a:extLst>
                </p14:cNvPr>
                <p14:cNvContentPartPr/>
                <p14:nvPr/>
              </p14:nvContentPartPr>
              <p14:xfrm>
                <a:off x="1943410" y="876090"/>
                <a:ext cx="82440" cy="831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3E65C18-6E7B-8932-7B67-A095AF0DB3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37290" y="869970"/>
                  <a:ext cx="94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38D7B0E8-18E2-75A7-572A-B0BED279B0E7}"/>
                    </a:ext>
                  </a:extLst>
                </p14:cNvPr>
                <p14:cNvContentPartPr/>
                <p14:nvPr/>
              </p14:nvContentPartPr>
              <p14:xfrm>
                <a:off x="2063290" y="971130"/>
                <a:ext cx="126360" cy="604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38D7B0E8-18E2-75A7-572A-B0BED279B0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57170" y="965010"/>
                  <a:ext cx="138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D67991A-FFA2-1CB3-C527-C4641931B7B9}"/>
                    </a:ext>
                  </a:extLst>
                </p14:cNvPr>
                <p14:cNvContentPartPr/>
                <p14:nvPr/>
              </p14:nvContentPartPr>
              <p14:xfrm>
                <a:off x="463450" y="1676370"/>
                <a:ext cx="154440" cy="7308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D67991A-FFA2-1CB3-C527-C4641931B7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330" y="1670250"/>
                  <a:ext cx="16668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4EACF0D1-77F2-6B40-B330-5F9252444177}"/>
                    </a:ext>
                  </a:extLst>
                </p14:cNvPr>
                <p14:cNvContentPartPr/>
                <p14:nvPr/>
              </p14:nvContentPartPr>
              <p14:xfrm>
                <a:off x="742810" y="1447050"/>
                <a:ext cx="3169080" cy="131040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4EACF0D1-77F2-6B40-B330-5F92524441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6690" y="1440930"/>
                  <a:ext cx="3181320" cy="13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9EFE3E50-98F1-39C6-D69F-521A55C0BB7D}"/>
                    </a:ext>
                  </a:extLst>
                </p14:cNvPr>
                <p14:cNvContentPartPr/>
                <p14:nvPr/>
              </p14:nvContentPartPr>
              <p14:xfrm>
                <a:off x="647410" y="2564490"/>
                <a:ext cx="3434400" cy="1540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9EFE3E50-98F1-39C6-D69F-521A55C0BB7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1290" y="2558370"/>
                  <a:ext cx="3446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2AF450BF-D1EC-F906-87D4-D3EE8C16A51A}"/>
                    </a:ext>
                  </a:extLst>
                </p14:cNvPr>
                <p14:cNvContentPartPr/>
                <p14:nvPr/>
              </p14:nvContentPartPr>
              <p14:xfrm>
                <a:off x="596650" y="3174690"/>
                <a:ext cx="90720" cy="9993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2AF450BF-D1EC-F906-87D4-D3EE8C16A5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0530" y="3168570"/>
                  <a:ext cx="102960" cy="10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13656C17-174C-8C29-E66C-4FED6391238E}"/>
                    </a:ext>
                  </a:extLst>
                </p14:cNvPr>
                <p14:cNvContentPartPr/>
                <p14:nvPr/>
              </p14:nvContentPartPr>
              <p14:xfrm>
                <a:off x="1403050" y="2806050"/>
                <a:ext cx="2442240" cy="142416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13656C17-174C-8C29-E66C-4FED6391238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96930" y="2799930"/>
                  <a:ext cx="2454480" cy="14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86D55051-C42C-BC3E-EC58-BDB3D3A7D475}"/>
                    </a:ext>
                  </a:extLst>
                </p14:cNvPr>
                <p14:cNvContentPartPr/>
                <p14:nvPr/>
              </p14:nvContentPartPr>
              <p14:xfrm>
                <a:off x="787090" y="3917010"/>
                <a:ext cx="2503080" cy="518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86D55051-C42C-BC3E-EC58-BDB3D3A7D4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0970" y="3910890"/>
                  <a:ext cx="2515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A0E4944F-906A-C7F2-7A38-E5E817425A77}"/>
                    </a:ext>
                  </a:extLst>
                </p14:cNvPr>
                <p14:cNvContentPartPr/>
                <p14:nvPr/>
              </p14:nvContentPartPr>
              <p14:xfrm>
                <a:off x="444370" y="4679850"/>
                <a:ext cx="129240" cy="4093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A0E4944F-906A-C7F2-7A38-E5E817425A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8250" y="4673730"/>
                  <a:ext cx="1414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7FA4A1AD-4F27-B32F-6948-C366C1D144E8}"/>
                    </a:ext>
                  </a:extLst>
                </p14:cNvPr>
                <p14:cNvContentPartPr/>
                <p14:nvPr/>
              </p14:nvContentPartPr>
              <p14:xfrm>
                <a:off x="914170" y="4057410"/>
                <a:ext cx="2656800" cy="116316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7FA4A1AD-4F27-B32F-6948-C366C1D144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8050" y="4051290"/>
                  <a:ext cx="2669040" cy="11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DDAB4007-B028-E641-C7B1-D61DE0190757}"/>
                    </a:ext>
                  </a:extLst>
                </p14:cNvPr>
                <p14:cNvContentPartPr/>
                <p14:nvPr/>
              </p14:nvContentPartPr>
              <p14:xfrm>
                <a:off x="933250" y="4865970"/>
                <a:ext cx="2020320" cy="11916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DDAB4007-B028-E641-C7B1-D61DE01907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7130" y="4859850"/>
                  <a:ext cx="2032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6CBD215A-22A1-48E7-C221-39F74D6BAE33}"/>
                    </a:ext>
                  </a:extLst>
                </p14:cNvPr>
                <p14:cNvContentPartPr/>
                <p14:nvPr/>
              </p14:nvContentPartPr>
              <p14:xfrm>
                <a:off x="717250" y="5473290"/>
                <a:ext cx="94320" cy="36792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6CBD215A-22A1-48E7-C221-39F74D6BAE3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1130" y="5467170"/>
                  <a:ext cx="1065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5E4B161D-6EEA-AF2F-9539-6B51FDD6DCBC}"/>
                    </a:ext>
                  </a:extLst>
                </p14:cNvPr>
                <p14:cNvContentPartPr/>
                <p14:nvPr/>
              </p14:nvContentPartPr>
              <p14:xfrm>
                <a:off x="799690" y="5219490"/>
                <a:ext cx="2406240" cy="7934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5E4B161D-6EEA-AF2F-9539-6B51FDD6DC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3570" y="5213370"/>
                  <a:ext cx="241848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D2AAB411-1504-4FE7-8BE1-21B320FD32CD}"/>
                    </a:ext>
                  </a:extLst>
                </p14:cNvPr>
                <p14:cNvContentPartPr/>
                <p14:nvPr/>
              </p14:nvContentPartPr>
              <p14:xfrm>
                <a:off x="1142770" y="5815650"/>
                <a:ext cx="1348200" cy="453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D2AAB411-1504-4FE7-8BE1-21B320FD32C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36650" y="5809530"/>
                  <a:ext cx="1360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293891E0-63B3-7D2F-2DDE-A7E44748D09E}"/>
                    </a:ext>
                  </a:extLst>
                </p14:cNvPr>
                <p14:cNvContentPartPr/>
                <p14:nvPr/>
              </p14:nvContentPartPr>
              <p14:xfrm>
                <a:off x="819130" y="6267450"/>
                <a:ext cx="96120" cy="40284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293891E0-63B3-7D2F-2DDE-A7E44748D09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3010" y="6261330"/>
                  <a:ext cx="10836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17FFCBE2-1CE4-4307-E26F-497F0430D0A4}"/>
                    </a:ext>
                  </a:extLst>
                </p14:cNvPr>
                <p14:cNvContentPartPr/>
                <p14:nvPr/>
              </p14:nvContentPartPr>
              <p14:xfrm>
                <a:off x="1034770" y="6043890"/>
                <a:ext cx="2224440" cy="77004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17FFCBE2-1CE4-4307-E26F-497F0430D0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8650" y="6037770"/>
                  <a:ext cx="2236680" cy="7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99EC3B8D-21ED-BC0D-F890-26113F51B13F}"/>
                    </a:ext>
                  </a:extLst>
                </p14:cNvPr>
                <p14:cNvContentPartPr/>
                <p14:nvPr/>
              </p14:nvContentPartPr>
              <p14:xfrm>
                <a:off x="1098490" y="6565170"/>
                <a:ext cx="1613880" cy="14688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99EC3B8D-21ED-BC0D-F890-26113F51B13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2370" y="6559050"/>
                  <a:ext cx="162612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DC70D89-076D-E52F-4B35-4B3DC68CA112}"/>
              </a:ext>
            </a:extLst>
          </p:cNvPr>
          <p:cNvGrpSpPr/>
          <p:nvPr/>
        </p:nvGrpSpPr>
        <p:grpSpPr>
          <a:xfrm>
            <a:off x="5301130" y="634890"/>
            <a:ext cx="7036560" cy="5766840"/>
            <a:chOff x="5301130" y="634890"/>
            <a:chExt cx="7036560" cy="57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1C1F7AF9-C5EB-2A0A-6D4D-13AAE5216758}"/>
                    </a:ext>
                  </a:extLst>
                </p14:cNvPr>
                <p14:cNvContentPartPr/>
                <p14:nvPr/>
              </p14:nvContentPartPr>
              <p14:xfrm>
                <a:off x="5378170" y="749010"/>
                <a:ext cx="37800" cy="10486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1C1F7AF9-C5EB-2A0A-6D4D-13AAE52167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72050" y="742890"/>
                  <a:ext cx="50040" cy="10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E3B224B3-B235-D78E-4073-8E9DCAFBE5A0}"/>
                    </a:ext>
                  </a:extLst>
                </p14:cNvPr>
                <p14:cNvContentPartPr/>
                <p14:nvPr/>
              </p14:nvContentPartPr>
              <p14:xfrm>
                <a:off x="5670490" y="634890"/>
                <a:ext cx="2604240" cy="29307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E3B224B3-B235-D78E-4073-8E9DCAFBE5A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64370" y="628770"/>
                  <a:ext cx="2616480" cy="29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324C1C9F-F2EB-2B5F-DEC1-6FC6FA9F1BF9}"/>
                    </a:ext>
                  </a:extLst>
                </p14:cNvPr>
                <p14:cNvContentPartPr/>
                <p14:nvPr/>
              </p14:nvContentPartPr>
              <p14:xfrm>
                <a:off x="5491930" y="1739730"/>
                <a:ext cx="3007800" cy="123948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324C1C9F-F2EB-2B5F-DEC1-6FC6FA9F1B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85810" y="1733610"/>
                  <a:ext cx="3020040" cy="12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EE0BAEC9-C187-9C29-CB50-B8391AA67797}"/>
                    </a:ext>
                  </a:extLst>
                </p14:cNvPr>
                <p14:cNvContentPartPr/>
                <p14:nvPr/>
              </p14:nvContentPartPr>
              <p14:xfrm>
                <a:off x="9118210" y="1079130"/>
                <a:ext cx="214200" cy="19692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EE0BAEC9-C187-9C29-CB50-B8391AA677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12090" y="1073010"/>
                  <a:ext cx="226440" cy="19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C67D63BF-C374-EC44-B895-FCBE43BD435E}"/>
                    </a:ext>
                  </a:extLst>
                </p14:cNvPr>
                <p14:cNvContentPartPr/>
                <p14:nvPr/>
              </p14:nvContentPartPr>
              <p14:xfrm>
                <a:off x="9289930" y="1154730"/>
                <a:ext cx="2827440" cy="247752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C67D63BF-C374-EC44-B895-FCBE43BD43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83810" y="1148610"/>
                  <a:ext cx="2839680" cy="24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63E7A55D-A603-ECD5-C30F-8EE9F41E6361}"/>
                    </a:ext>
                  </a:extLst>
                </p14:cNvPr>
                <p14:cNvContentPartPr/>
                <p14:nvPr/>
              </p14:nvContentPartPr>
              <p14:xfrm>
                <a:off x="9766210" y="3536490"/>
                <a:ext cx="1647000" cy="7668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63E7A55D-A603-ECD5-C30F-8EE9F41E636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60090" y="3530370"/>
                  <a:ext cx="1659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C43AB6F2-1502-65F5-E214-96952383E4CF}"/>
                    </a:ext>
                  </a:extLst>
                </p14:cNvPr>
                <p14:cNvContentPartPr/>
                <p14:nvPr/>
              </p14:nvContentPartPr>
              <p14:xfrm>
                <a:off x="5301130" y="4158930"/>
                <a:ext cx="71280" cy="151848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C43AB6F2-1502-65F5-E214-96952383E4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95010" y="4152810"/>
                  <a:ext cx="83520" cy="15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F397819A-ECDE-2AA3-1274-19D1FA40C15E}"/>
                    </a:ext>
                  </a:extLst>
                </p14:cNvPr>
                <p14:cNvContentPartPr/>
                <p14:nvPr/>
              </p14:nvContentPartPr>
              <p14:xfrm>
                <a:off x="5416330" y="3650970"/>
                <a:ext cx="2147760" cy="228528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F397819A-ECDE-2AA3-1274-19D1FA40C1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10210" y="3644850"/>
                  <a:ext cx="2160000" cy="22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C81842D4-AB25-EE7D-4D31-77F406BB1685}"/>
                    </a:ext>
                  </a:extLst>
                </p14:cNvPr>
                <p14:cNvContentPartPr/>
                <p14:nvPr/>
              </p14:nvContentPartPr>
              <p14:xfrm>
                <a:off x="5651410" y="5962530"/>
                <a:ext cx="2040480" cy="10944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C81842D4-AB25-EE7D-4D31-77F406BB168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45290" y="5956410"/>
                  <a:ext cx="2052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EEC5DE32-67D0-9598-6824-9969A755779B}"/>
                    </a:ext>
                  </a:extLst>
                </p14:cNvPr>
                <p14:cNvContentPartPr/>
                <p14:nvPr/>
              </p14:nvContentPartPr>
              <p14:xfrm>
                <a:off x="8235850" y="3911250"/>
                <a:ext cx="210600" cy="18464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EEC5DE32-67D0-9598-6824-9969A755779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29730" y="3905130"/>
                  <a:ext cx="222840" cy="18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BB660504-6A0F-38E1-A9A1-0A59AA115D71}"/>
                    </a:ext>
                  </a:extLst>
                </p14:cNvPr>
                <p14:cNvContentPartPr/>
                <p14:nvPr/>
              </p14:nvContentPartPr>
              <p14:xfrm>
                <a:off x="8642290" y="3892170"/>
                <a:ext cx="1994400" cy="213624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BB660504-6A0F-38E1-A9A1-0A59AA115D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36170" y="3886050"/>
                  <a:ext cx="2006640" cy="21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F6734770-3B65-F814-E07D-3213B3272755}"/>
                    </a:ext>
                  </a:extLst>
                </p14:cNvPr>
                <p14:cNvContentPartPr/>
                <p14:nvPr/>
              </p14:nvContentPartPr>
              <p14:xfrm>
                <a:off x="8781970" y="5851650"/>
                <a:ext cx="1767960" cy="22644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F6734770-3B65-F814-E07D-3213B32727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75850" y="5845530"/>
                  <a:ext cx="1780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AD33684F-4036-AEA1-1BEA-1C5C916EBDB9}"/>
                    </a:ext>
                  </a:extLst>
                </p14:cNvPr>
                <p14:cNvContentPartPr/>
                <p14:nvPr/>
              </p14:nvContentPartPr>
              <p14:xfrm>
                <a:off x="11251930" y="4540170"/>
                <a:ext cx="26280" cy="146700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AD33684F-4036-AEA1-1BEA-1C5C916EBD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45810" y="4534050"/>
                  <a:ext cx="38520" cy="14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2F6459BE-7C62-024D-0270-FD742D28795A}"/>
                    </a:ext>
                  </a:extLst>
                </p14:cNvPr>
                <p14:cNvContentPartPr/>
                <p14:nvPr/>
              </p14:nvContentPartPr>
              <p14:xfrm>
                <a:off x="11290090" y="4234890"/>
                <a:ext cx="1047600" cy="19731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2F6459BE-7C62-024D-0270-FD742D28795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83970" y="4228770"/>
                  <a:ext cx="1059840" cy="19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4185DF3C-EF5B-B45D-E240-F1B18B0E33B4}"/>
                    </a:ext>
                  </a:extLst>
                </p14:cNvPr>
                <p14:cNvContentPartPr/>
                <p14:nvPr/>
              </p14:nvContentPartPr>
              <p14:xfrm>
                <a:off x="11321770" y="6318210"/>
                <a:ext cx="1006920" cy="8352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4185DF3C-EF5B-B45D-E240-F1B18B0E33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15650" y="6312090"/>
                  <a:ext cx="1019160" cy="9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387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6D388517-CDB4-B94B-BDDA-D7204236EDF9}"/>
              </a:ext>
            </a:extLst>
          </p:cNvPr>
          <p:cNvGrpSpPr/>
          <p:nvPr/>
        </p:nvGrpSpPr>
        <p:grpSpPr>
          <a:xfrm>
            <a:off x="5937250" y="-51010"/>
            <a:ext cx="6101640" cy="845740"/>
            <a:chOff x="5937250" y="-51010"/>
            <a:chExt cx="6101640" cy="8457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F1D842AE-C2EE-87F3-0DA7-4BAF60AEBD7B}"/>
                    </a:ext>
                  </a:extLst>
                </p14:cNvPr>
                <p14:cNvContentPartPr/>
                <p14:nvPr/>
              </p14:nvContentPartPr>
              <p14:xfrm>
                <a:off x="5937250" y="38010"/>
                <a:ext cx="6101640" cy="75672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F1D842AE-C2EE-87F3-0DA7-4BAF60AEBD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31130" y="31890"/>
                  <a:ext cx="6113880" cy="7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7F039EDF-063F-6824-0848-2A7348FD32A5}"/>
                    </a:ext>
                  </a:extLst>
                </p14:cNvPr>
                <p14:cNvContentPartPr/>
                <p14:nvPr/>
              </p14:nvContentPartPr>
              <p14:xfrm>
                <a:off x="6858490" y="101370"/>
                <a:ext cx="68760" cy="24048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7F039EDF-063F-6824-0848-2A7348FD32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52370" y="95250"/>
                  <a:ext cx="810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A23A7294-271A-1A1E-BE2A-F873E75547DD}"/>
                    </a:ext>
                  </a:extLst>
                </p14:cNvPr>
                <p14:cNvContentPartPr/>
                <p14:nvPr/>
              </p14:nvContentPartPr>
              <p14:xfrm>
                <a:off x="7537090" y="-31830"/>
                <a:ext cx="108000" cy="7851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A23A7294-271A-1A1E-BE2A-F873E75547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30970" y="-37950"/>
                  <a:ext cx="12024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C03B8624-BC32-90A3-4720-D803E141E48C}"/>
                    </a:ext>
                  </a:extLst>
                </p14:cNvPr>
                <p14:cNvContentPartPr/>
                <p14:nvPr/>
              </p14:nvContentPartPr>
              <p14:xfrm>
                <a:off x="7945690" y="253910"/>
                <a:ext cx="283320" cy="30600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C03B8624-BC32-90A3-4720-D803E141E48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39570" y="247790"/>
                  <a:ext cx="295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DD06BAAB-A197-D43F-B19E-35629A3CE6AB}"/>
                    </a:ext>
                  </a:extLst>
                </p14:cNvPr>
                <p14:cNvContentPartPr/>
                <p14:nvPr/>
              </p14:nvContentPartPr>
              <p14:xfrm>
                <a:off x="8773690" y="-25450"/>
                <a:ext cx="52920" cy="7416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DD06BAAB-A197-D43F-B19E-35629A3CE6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67570" y="-31570"/>
                  <a:ext cx="65160" cy="7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65CA568C-6A34-D62B-E7E0-8E8986E9C7B0}"/>
                    </a:ext>
                  </a:extLst>
                </p14:cNvPr>
                <p14:cNvContentPartPr/>
                <p14:nvPr/>
              </p14:nvContentPartPr>
              <p14:xfrm>
                <a:off x="9112810" y="183710"/>
                <a:ext cx="291600" cy="4050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65CA568C-6A34-D62B-E7E0-8E8986E9C7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06690" y="177590"/>
                  <a:ext cx="303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0DFF1A97-32F7-97F2-5373-9A5FD6C4BD49}"/>
                    </a:ext>
                  </a:extLst>
                </p14:cNvPr>
                <p14:cNvContentPartPr/>
                <p14:nvPr/>
              </p14:nvContentPartPr>
              <p14:xfrm>
                <a:off x="9892930" y="-51010"/>
                <a:ext cx="135000" cy="7984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0DFF1A97-32F7-97F2-5373-9A5FD6C4BD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86810" y="-57130"/>
                  <a:ext cx="1472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0C5EBEE7-D045-674B-6CBD-2069CFD07142}"/>
                    </a:ext>
                  </a:extLst>
                </p14:cNvPr>
                <p14:cNvContentPartPr/>
                <p14:nvPr/>
              </p14:nvContentPartPr>
              <p14:xfrm>
                <a:off x="10411330" y="190550"/>
                <a:ext cx="325800" cy="23688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0C5EBEE7-D045-674B-6CBD-2069CFD071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05210" y="184430"/>
                  <a:ext cx="338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A0E7BF9-F87A-AA74-B614-C43A2D172F06}"/>
                    </a:ext>
                  </a:extLst>
                </p14:cNvPr>
                <p14:cNvContentPartPr/>
                <p14:nvPr/>
              </p14:nvContentPartPr>
              <p14:xfrm>
                <a:off x="10656490" y="380990"/>
                <a:ext cx="18000" cy="543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A0E7BF9-F87A-AA74-B614-C43A2D172F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650370" y="374870"/>
                  <a:ext cx="30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DB697383-3D98-7BCA-37BF-162F002599A1}"/>
                    </a:ext>
                  </a:extLst>
                </p14:cNvPr>
                <p14:cNvContentPartPr/>
                <p14:nvPr/>
              </p14:nvContentPartPr>
              <p14:xfrm>
                <a:off x="10712290" y="279110"/>
                <a:ext cx="25920" cy="4489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DB697383-3D98-7BCA-37BF-162F002599A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06170" y="272990"/>
                  <a:ext cx="381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58B6E50-FBB1-0CDC-AE57-B1E2103F04A9}"/>
                    </a:ext>
                  </a:extLst>
                </p14:cNvPr>
                <p14:cNvContentPartPr/>
                <p14:nvPr/>
              </p14:nvContentPartPr>
              <p14:xfrm>
                <a:off x="11282890" y="12350"/>
                <a:ext cx="20520" cy="67752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58B6E50-FBB1-0CDC-AE57-B1E2103F04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276770" y="6230"/>
                  <a:ext cx="3276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9FB2D9D1-C24A-39FE-78FE-2671504B961F}"/>
                    </a:ext>
                  </a:extLst>
                </p14:cNvPr>
                <p14:cNvContentPartPr/>
                <p14:nvPr/>
              </p14:nvContentPartPr>
              <p14:xfrm>
                <a:off x="11386210" y="18830"/>
                <a:ext cx="254160" cy="5342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9FB2D9D1-C24A-39FE-78FE-2671504B96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380090" y="12710"/>
                  <a:ext cx="26640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38B9E52D-6FF7-CCFF-429C-9D46FCBB2DC5}"/>
                    </a:ext>
                  </a:extLst>
                </p14:cNvPr>
                <p14:cNvContentPartPr/>
                <p14:nvPr/>
              </p14:nvContentPartPr>
              <p14:xfrm>
                <a:off x="11506090" y="98390"/>
                <a:ext cx="257400" cy="234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38B9E52D-6FF7-CCFF-429C-9D46FCBB2D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499970" y="92270"/>
                  <a:ext cx="269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B9650AEE-5DE9-88FD-790D-F6F1D1EF04D6}"/>
                    </a:ext>
                  </a:extLst>
                </p14:cNvPr>
                <p14:cNvContentPartPr/>
                <p14:nvPr/>
              </p14:nvContentPartPr>
              <p14:xfrm>
                <a:off x="6409570" y="6230"/>
                <a:ext cx="143640" cy="1908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B9650AEE-5DE9-88FD-790D-F6F1D1EF04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03450" y="110"/>
                  <a:ext cx="155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6839C62A-28E4-C7B5-B1E2-A8D551337EAF}"/>
                    </a:ext>
                  </a:extLst>
                </p14:cNvPr>
                <p14:cNvContentPartPr/>
                <p14:nvPr/>
              </p14:nvContentPartPr>
              <p14:xfrm>
                <a:off x="6740050" y="-250"/>
                <a:ext cx="144000" cy="3499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6839C62A-28E4-C7B5-B1E2-A8D551337E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33930" y="-6370"/>
                  <a:ext cx="1562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1077807B-F014-5083-AB11-7FCB79F8942F}"/>
                    </a:ext>
                  </a:extLst>
                </p14:cNvPr>
                <p14:cNvContentPartPr/>
                <p14:nvPr/>
              </p14:nvContentPartPr>
              <p14:xfrm>
                <a:off x="7020850" y="25310"/>
                <a:ext cx="192960" cy="3873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1077807B-F014-5083-AB11-7FCB79F894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14730" y="19190"/>
                  <a:ext cx="2052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A333881C-A317-8679-618F-AECD985D00C9}"/>
                    </a:ext>
                  </a:extLst>
                </p14:cNvPr>
                <p14:cNvContentPartPr/>
                <p14:nvPr/>
              </p14:nvContentPartPr>
              <p14:xfrm>
                <a:off x="7228570" y="209270"/>
                <a:ext cx="283680" cy="3668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A333881C-A317-8679-618F-AECD985D00C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2450" y="203150"/>
                  <a:ext cx="29592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D3AF4A2-0DA0-7F88-5D89-530DCE09AB47}"/>
              </a:ext>
            </a:extLst>
          </p:cNvPr>
          <p:cNvGrpSpPr/>
          <p:nvPr/>
        </p:nvGrpSpPr>
        <p:grpSpPr>
          <a:xfrm>
            <a:off x="457330" y="37910"/>
            <a:ext cx="4435200" cy="1334160"/>
            <a:chOff x="457330" y="37910"/>
            <a:chExt cx="4435200" cy="133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6FCB0B63-8686-72D0-2E67-5971FF3788B3}"/>
                    </a:ext>
                  </a:extLst>
                </p14:cNvPr>
                <p14:cNvContentPartPr/>
                <p14:nvPr/>
              </p14:nvContentPartPr>
              <p14:xfrm>
                <a:off x="457330" y="145910"/>
                <a:ext cx="76320" cy="4996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6FCB0B63-8686-72D0-2E67-5971FF3788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1210" y="139790"/>
                  <a:ext cx="885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BA751970-E887-33AC-C4DB-68357CA04302}"/>
                    </a:ext>
                  </a:extLst>
                </p14:cNvPr>
                <p14:cNvContentPartPr/>
                <p14:nvPr/>
              </p14:nvContentPartPr>
              <p14:xfrm>
                <a:off x="812650" y="164990"/>
                <a:ext cx="284400" cy="12348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BA751970-E887-33AC-C4DB-68357CA043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6530" y="158870"/>
                  <a:ext cx="296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3140305E-50D9-0D45-3A04-E5BD7549A94B}"/>
                    </a:ext>
                  </a:extLst>
                </p14:cNvPr>
                <p14:cNvContentPartPr/>
                <p14:nvPr/>
              </p14:nvContentPartPr>
              <p14:xfrm>
                <a:off x="876010" y="425270"/>
                <a:ext cx="166680" cy="4338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3140305E-50D9-0D45-3A04-E5BD7549A9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9890" y="419150"/>
                  <a:ext cx="1789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6D85E2C0-E75E-5568-00E0-1708DE0281E1}"/>
                    </a:ext>
                  </a:extLst>
                </p14:cNvPr>
                <p14:cNvContentPartPr/>
                <p14:nvPr/>
              </p14:nvContentPartPr>
              <p14:xfrm>
                <a:off x="577570" y="438230"/>
                <a:ext cx="273600" cy="6267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6D85E2C0-E75E-5568-00E0-1708DE0281E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1450" y="432110"/>
                  <a:ext cx="28584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4C54D274-3D8D-7F2F-7851-A80173502FD8}"/>
                    </a:ext>
                  </a:extLst>
                </p14:cNvPr>
                <p14:cNvContentPartPr/>
                <p14:nvPr/>
              </p14:nvContentPartPr>
              <p14:xfrm>
                <a:off x="603130" y="332030"/>
                <a:ext cx="331920" cy="997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4C54D274-3D8D-7F2F-7851-A80173502F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7010" y="325910"/>
                  <a:ext cx="344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D5BBE0CA-5895-8992-32C2-2DC7C226787D}"/>
                    </a:ext>
                  </a:extLst>
                </p14:cNvPr>
                <p14:cNvContentPartPr/>
                <p14:nvPr/>
              </p14:nvContentPartPr>
              <p14:xfrm>
                <a:off x="1117210" y="37910"/>
                <a:ext cx="569520" cy="3153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D5BBE0CA-5895-8992-32C2-2DC7C226787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11090" y="31790"/>
                  <a:ext cx="5817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B8058C97-0DDD-44CE-E622-F7658DD9FEF0}"/>
                    </a:ext>
                  </a:extLst>
                </p14:cNvPr>
                <p14:cNvContentPartPr/>
                <p14:nvPr/>
              </p14:nvContentPartPr>
              <p14:xfrm>
                <a:off x="1130170" y="157790"/>
                <a:ext cx="555480" cy="23580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B8058C97-0DDD-44CE-E622-F7658DD9FEF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4050" y="151670"/>
                  <a:ext cx="567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1083569D-FC5A-0BFC-5979-485152BF91E4}"/>
                    </a:ext>
                  </a:extLst>
                </p14:cNvPr>
                <p14:cNvContentPartPr/>
                <p14:nvPr/>
              </p14:nvContentPartPr>
              <p14:xfrm>
                <a:off x="1546690" y="152390"/>
                <a:ext cx="20160" cy="4251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1083569D-FC5A-0BFC-5979-485152BF91E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40570" y="146270"/>
                  <a:ext cx="32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A57DD05A-EE4D-2E3F-0C70-AAE8BFFB439F}"/>
                    </a:ext>
                  </a:extLst>
                </p14:cNvPr>
                <p14:cNvContentPartPr/>
                <p14:nvPr/>
              </p14:nvContentPartPr>
              <p14:xfrm>
                <a:off x="1257970" y="412670"/>
                <a:ext cx="537840" cy="19728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A57DD05A-EE4D-2E3F-0C70-AAE8BFFB43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51850" y="406550"/>
                  <a:ext cx="550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A743D58F-199E-3994-491B-2443193DAEDE}"/>
                    </a:ext>
                  </a:extLst>
                </p14:cNvPr>
                <p14:cNvContentPartPr/>
                <p14:nvPr/>
              </p14:nvContentPartPr>
              <p14:xfrm>
                <a:off x="1416010" y="664310"/>
                <a:ext cx="266400" cy="914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A743D58F-199E-3994-491B-2443193DAE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09890" y="658190"/>
                  <a:ext cx="278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84504B21-2919-1BE8-6C4F-E8C6DC615602}"/>
                    </a:ext>
                  </a:extLst>
                </p14:cNvPr>
                <p14:cNvContentPartPr/>
                <p14:nvPr/>
              </p14:nvContentPartPr>
              <p14:xfrm>
                <a:off x="1475770" y="647750"/>
                <a:ext cx="111960" cy="29448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84504B21-2919-1BE8-6C4F-E8C6DC6156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69650" y="641630"/>
                  <a:ext cx="1242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EDD1942E-B962-3ACA-8280-284426FF4A1F}"/>
                    </a:ext>
                  </a:extLst>
                </p14:cNvPr>
                <p14:cNvContentPartPr/>
                <p14:nvPr/>
              </p14:nvContentPartPr>
              <p14:xfrm>
                <a:off x="1517530" y="844310"/>
                <a:ext cx="460080" cy="3358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EDD1942E-B962-3ACA-8280-284426FF4A1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11410" y="838190"/>
                  <a:ext cx="472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4861FED5-C803-BDDC-61CB-BBD3958EFFF3}"/>
                    </a:ext>
                  </a:extLst>
                </p14:cNvPr>
                <p14:cNvContentPartPr/>
                <p14:nvPr/>
              </p14:nvContentPartPr>
              <p14:xfrm>
                <a:off x="2374690" y="509870"/>
                <a:ext cx="255960" cy="3600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4861FED5-C803-BDDC-61CB-BBD3958EFF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68570" y="503750"/>
                  <a:ext cx="268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6B8A5567-7007-2B77-28A3-22E2308BE16F}"/>
                    </a:ext>
                  </a:extLst>
                </p14:cNvPr>
                <p14:cNvContentPartPr/>
                <p14:nvPr/>
              </p14:nvContentPartPr>
              <p14:xfrm>
                <a:off x="2584210" y="317270"/>
                <a:ext cx="64440" cy="75312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6B8A5567-7007-2B77-28A3-22E2308BE1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78090" y="311150"/>
                  <a:ext cx="7668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CD301E11-E4B5-4EF1-0AEE-AC4A8CF349DA}"/>
                    </a:ext>
                  </a:extLst>
                </p14:cNvPr>
                <p14:cNvContentPartPr/>
                <p14:nvPr/>
              </p14:nvContentPartPr>
              <p14:xfrm>
                <a:off x="2571250" y="704630"/>
                <a:ext cx="19800" cy="2412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CD301E11-E4B5-4EF1-0AEE-AC4A8CF349D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65130" y="698510"/>
                  <a:ext cx="32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9FA9045D-C963-18BB-64EC-F04D2E401FE5}"/>
                    </a:ext>
                  </a:extLst>
                </p14:cNvPr>
                <p14:cNvContentPartPr/>
                <p14:nvPr/>
              </p14:nvContentPartPr>
              <p14:xfrm>
                <a:off x="2603290" y="730190"/>
                <a:ext cx="126720" cy="2628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9FA9045D-C963-18BB-64EC-F04D2E401F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97170" y="724070"/>
                  <a:ext cx="138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A95F14F8-711F-E4E5-E1A6-D13DB1252432}"/>
                    </a:ext>
                  </a:extLst>
                </p14:cNvPr>
                <p14:cNvContentPartPr/>
                <p14:nvPr/>
              </p14:nvContentPartPr>
              <p14:xfrm>
                <a:off x="2019010" y="726230"/>
                <a:ext cx="491040" cy="932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A95F14F8-711F-E4E5-E1A6-D13DB12524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12890" y="720110"/>
                  <a:ext cx="5032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EC25E6E4-1875-B292-0183-2D72B5A1A687}"/>
                    </a:ext>
                  </a:extLst>
                </p14:cNvPr>
                <p14:cNvContentPartPr/>
                <p14:nvPr/>
              </p14:nvContentPartPr>
              <p14:xfrm>
                <a:off x="3149410" y="512030"/>
                <a:ext cx="194040" cy="4068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EC25E6E4-1875-B292-0183-2D72B5A1A6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43290" y="505910"/>
                  <a:ext cx="206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F6DB9614-5E20-85F8-5019-BCB13A8C4DBE}"/>
                    </a:ext>
                  </a:extLst>
                </p14:cNvPr>
                <p14:cNvContentPartPr/>
                <p14:nvPr/>
              </p14:nvContentPartPr>
              <p14:xfrm>
                <a:off x="2876530" y="654950"/>
                <a:ext cx="367920" cy="568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F6DB9614-5E20-85F8-5019-BCB13A8C4DB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0410" y="648830"/>
                  <a:ext cx="380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9970ED0E-014D-C623-0EA9-30D90FCAAD3C}"/>
                    </a:ext>
                  </a:extLst>
                </p14:cNvPr>
                <p14:cNvContentPartPr/>
                <p14:nvPr/>
              </p14:nvContentPartPr>
              <p14:xfrm>
                <a:off x="3245890" y="653870"/>
                <a:ext cx="88920" cy="53640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9970ED0E-014D-C623-0EA9-30D90FCAAD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39770" y="647750"/>
                  <a:ext cx="10116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59ACC892-F6F7-432B-3F5F-0531C454D437}"/>
                    </a:ext>
                  </a:extLst>
                </p14:cNvPr>
                <p14:cNvContentPartPr/>
                <p14:nvPr/>
              </p14:nvContentPartPr>
              <p14:xfrm>
                <a:off x="3187570" y="869870"/>
                <a:ext cx="539280" cy="388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59ACC892-F6F7-432B-3F5F-0531C454D43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81450" y="863750"/>
                  <a:ext cx="551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30D8CFB4-5897-0568-8FE0-BB5F63CCF49A}"/>
                    </a:ext>
                  </a:extLst>
                </p14:cNvPr>
                <p14:cNvContentPartPr/>
                <p14:nvPr/>
              </p14:nvContentPartPr>
              <p14:xfrm>
                <a:off x="4025650" y="393230"/>
                <a:ext cx="48960" cy="25344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30D8CFB4-5897-0568-8FE0-BB5F63CCF49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19530" y="387110"/>
                  <a:ext cx="61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FC786A84-92EC-8614-6215-1AE40DA58825}"/>
                    </a:ext>
                  </a:extLst>
                </p14:cNvPr>
                <p14:cNvContentPartPr/>
                <p14:nvPr/>
              </p14:nvContentPartPr>
              <p14:xfrm>
                <a:off x="3803890" y="692030"/>
                <a:ext cx="69840" cy="55368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FC786A84-92EC-8614-6215-1AE40DA588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97770" y="685910"/>
                  <a:ext cx="820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E0B76F08-A01B-BD4C-A971-ECF46475C7B3}"/>
                    </a:ext>
                  </a:extLst>
                </p14:cNvPr>
                <p14:cNvContentPartPr/>
                <p14:nvPr/>
              </p14:nvContentPartPr>
              <p14:xfrm>
                <a:off x="3797410" y="890750"/>
                <a:ext cx="316800" cy="48132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E0B76F08-A01B-BD4C-A971-ECF46475C7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91290" y="884630"/>
                  <a:ext cx="32904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846C478B-2C10-9B85-92AD-7DAFD27A0E97}"/>
                    </a:ext>
                  </a:extLst>
                </p14:cNvPr>
                <p14:cNvContentPartPr/>
                <p14:nvPr/>
              </p14:nvContentPartPr>
              <p14:xfrm>
                <a:off x="4209970" y="418790"/>
                <a:ext cx="308520" cy="40788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846C478B-2C10-9B85-92AD-7DAFD27A0E9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03850" y="412670"/>
                  <a:ext cx="3207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5B6E06F1-D56F-471F-6992-C2ADA33112EC}"/>
                    </a:ext>
                  </a:extLst>
                </p14:cNvPr>
                <p14:cNvContentPartPr/>
                <p14:nvPr/>
              </p14:nvContentPartPr>
              <p14:xfrm>
                <a:off x="4235170" y="934310"/>
                <a:ext cx="295560" cy="12636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5B6E06F1-D56F-471F-6992-C2ADA33112E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29050" y="928190"/>
                  <a:ext cx="307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D2237A2F-1C7C-176F-779C-A37E507C2029}"/>
                    </a:ext>
                  </a:extLst>
                </p14:cNvPr>
                <p14:cNvContentPartPr/>
                <p14:nvPr/>
              </p14:nvContentPartPr>
              <p14:xfrm>
                <a:off x="4299610" y="908030"/>
                <a:ext cx="592920" cy="31896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D2237A2F-1C7C-176F-779C-A37E507C202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93490" y="901910"/>
                  <a:ext cx="605160" cy="33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02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99886F-5581-5B1F-08D2-CD768AC7C741}"/>
              </a:ext>
            </a:extLst>
          </p:cNvPr>
          <p:cNvGrpSpPr/>
          <p:nvPr/>
        </p:nvGrpSpPr>
        <p:grpSpPr>
          <a:xfrm>
            <a:off x="364450" y="171210"/>
            <a:ext cx="4265640" cy="1141920"/>
            <a:chOff x="364450" y="171210"/>
            <a:chExt cx="4265640" cy="11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6259780F-1570-B4AD-FB4B-72E26A73A365}"/>
                    </a:ext>
                  </a:extLst>
                </p14:cNvPr>
                <p14:cNvContentPartPr/>
                <p14:nvPr/>
              </p14:nvContentPartPr>
              <p14:xfrm>
                <a:off x="364450" y="221970"/>
                <a:ext cx="163440" cy="40824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6259780F-1570-B4AD-FB4B-72E26A73A36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8330" y="215850"/>
                  <a:ext cx="1756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382E14B4-587B-DF5E-AACF-7857FC22BF11}"/>
                    </a:ext>
                  </a:extLst>
                </p14:cNvPr>
                <p14:cNvContentPartPr/>
                <p14:nvPr/>
              </p14:nvContentPartPr>
              <p14:xfrm>
                <a:off x="971410" y="247530"/>
                <a:ext cx="327960" cy="29664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382E14B4-587B-DF5E-AACF-7857FC22BF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5290" y="241410"/>
                  <a:ext cx="3402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97FC302A-DA83-1535-EF96-E2BE93E98D19}"/>
                    </a:ext>
                  </a:extLst>
                </p14:cNvPr>
                <p14:cNvContentPartPr/>
                <p14:nvPr/>
              </p14:nvContentPartPr>
              <p14:xfrm>
                <a:off x="577570" y="659370"/>
                <a:ext cx="604440" cy="49752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97FC302A-DA83-1535-EF96-E2BE93E98D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1450" y="653250"/>
                  <a:ext cx="6166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D3B0C3FB-B749-FA1D-4B84-8017A5A22C67}"/>
                    </a:ext>
                  </a:extLst>
                </p14:cNvPr>
                <p14:cNvContentPartPr/>
                <p14:nvPr/>
              </p14:nvContentPartPr>
              <p14:xfrm>
                <a:off x="567850" y="768450"/>
                <a:ext cx="245160" cy="43668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D3B0C3FB-B749-FA1D-4B84-8017A5A22C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1730" y="762330"/>
                  <a:ext cx="2574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910C4383-CBE7-F5AD-BCA2-28466334D457}"/>
                    </a:ext>
                  </a:extLst>
                </p14:cNvPr>
                <p14:cNvContentPartPr/>
                <p14:nvPr/>
              </p14:nvContentPartPr>
              <p14:xfrm>
                <a:off x="1669090" y="171210"/>
                <a:ext cx="345240" cy="2318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910C4383-CBE7-F5AD-BCA2-28466334D4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2970" y="165090"/>
                  <a:ext cx="357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B4B8F09-144A-14D2-D808-09F8BE9C6DF7}"/>
                    </a:ext>
                  </a:extLst>
                </p14:cNvPr>
                <p14:cNvContentPartPr/>
                <p14:nvPr/>
              </p14:nvContentPartPr>
              <p14:xfrm>
                <a:off x="1549210" y="298650"/>
                <a:ext cx="536760" cy="1587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B4B8F09-144A-14D2-D808-09F8BE9C6D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43090" y="292530"/>
                  <a:ext cx="549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E52C8898-2089-0B5A-2E16-45C048EA99A2}"/>
                    </a:ext>
                  </a:extLst>
                </p14:cNvPr>
                <p14:cNvContentPartPr/>
                <p14:nvPr/>
              </p14:nvContentPartPr>
              <p14:xfrm>
                <a:off x="1725250" y="285690"/>
                <a:ext cx="272880" cy="3722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E52C8898-2089-0B5A-2E16-45C048EA99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19130" y="279570"/>
                  <a:ext cx="2851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17CC19CC-0A90-DC03-6219-5D92F89F4642}"/>
                    </a:ext>
                  </a:extLst>
                </p14:cNvPr>
                <p14:cNvContentPartPr/>
                <p14:nvPr/>
              </p14:nvContentPartPr>
              <p14:xfrm>
                <a:off x="1879330" y="634890"/>
                <a:ext cx="247320" cy="1238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17CC19CC-0A90-DC03-6219-5D92F89F46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73210" y="628770"/>
                  <a:ext cx="259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1131B76-84F5-8C64-157C-6E0A3454AA2E}"/>
                    </a:ext>
                  </a:extLst>
                </p14:cNvPr>
                <p14:cNvContentPartPr/>
                <p14:nvPr/>
              </p14:nvContentPartPr>
              <p14:xfrm>
                <a:off x="1657210" y="986610"/>
                <a:ext cx="485640" cy="8100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1131B76-84F5-8C64-157C-6E0A3454AA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51090" y="980490"/>
                  <a:ext cx="497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85CE7409-9E42-C6F4-2FB0-2C560173D91C}"/>
                    </a:ext>
                  </a:extLst>
                </p14:cNvPr>
                <p14:cNvContentPartPr/>
                <p14:nvPr/>
              </p14:nvContentPartPr>
              <p14:xfrm>
                <a:off x="1786450" y="952410"/>
                <a:ext cx="201240" cy="3510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85CE7409-9E42-C6F4-2FB0-2C560173D9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80330" y="946290"/>
                  <a:ext cx="2134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BC9D43C3-85A5-61C7-DD5A-8D8FF645613F}"/>
                    </a:ext>
                  </a:extLst>
                </p14:cNvPr>
                <p14:cNvContentPartPr/>
                <p14:nvPr/>
              </p14:nvContentPartPr>
              <p14:xfrm>
                <a:off x="1898410" y="1231770"/>
                <a:ext cx="504360" cy="453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BC9D43C3-85A5-61C7-DD5A-8D8FF64561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92290" y="1225650"/>
                  <a:ext cx="516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30A3A22C-ABE0-E5D9-C7B5-D90E7C683955}"/>
                    </a:ext>
                  </a:extLst>
                </p14:cNvPr>
                <p14:cNvContentPartPr/>
                <p14:nvPr/>
              </p14:nvContentPartPr>
              <p14:xfrm>
                <a:off x="2584210" y="812370"/>
                <a:ext cx="1005480" cy="705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30A3A22C-ABE0-E5D9-C7B5-D90E7C6839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8090" y="806250"/>
                  <a:ext cx="1017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72AFF21C-54FB-4214-2130-A7E5D473B4E3}"/>
                    </a:ext>
                  </a:extLst>
                </p14:cNvPr>
                <p14:cNvContentPartPr/>
                <p14:nvPr/>
              </p14:nvContentPartPr>
              <p14:xfrm>
                <a:off x="3753850" y="317370"/>
                <a:ext cx="61200" cy="1112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72AFF21C-54FB-4214-2130-A7E5D473B4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7730" y="311250"/>
                  <a:ext cx="73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4F6EB432-1FE0-68F0-36DE-E50DB86A6C53}"/>
                    </a:ext>
                  </a:extLst>
                </p14:cNvPr>
                <p14:cNvContentPartPr/>
                <p14:nvPr/>
              </p14:nvContentPartPr>
              <p14:xfrm>
                <a:off x="3689410" y="529050"/>
                <a:ext cx="221400" cy="68148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4F6EB432-1FE0-68F0-36DE-E50DB86A6C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83290" y="522930"/>
                  <a:ext cx="23364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F558434E-5090-9F04-E464-436A9223ABC3}"/>
                    </a:ext>
                  </a:extLst>
                </p14:cNvPr>
                <p14:cNvContentPartPr/>
                <p14:nvPr/>
              </p14:nvContentPartPr>
              <p14:xfrm>
                <a:off x="4152010" y="520410"/>
                <a:ext cx="9000" cy="43272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F558434E-5090-9F04-E464-436A9223AB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5890" y="514290"/>
                  <a:ext cx="212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A2857C5E-A8D8-D66A-8A67-8CF3384F3966}"/>
                    </a:ext>
                  </a:extLst>
                </p14:cNvPr>
                <p14:cNvContentPartPr/>
                <p14:nvPr/>
              </p14:nvContentPartPr>
              <p14:xfrm>
                <a:off x="4305010" y="520410"/>
                <a:ext cx="325080" cy="7927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A2857C5E-A8D8-D66A-8A67-8CF3384F39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98890" y="514290"/>
                  <a:ext cx="337320" cy="80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74D8178-DECB-DE0A-A973-E2248E7A8E6D}"/>
              </a:ext>
            </a:extLst>
          </p:cNvPr>
          <p:cNvGrpSpPr/>
          <p:nvPr/>
        </p:nvGrpSpPr>
        <p:grpSpPr>
          <a:xfrm>
            <a:off x="5099170" y="417450"/>
            <a:ext cx="1019520" cy="1049400"/>
            <a:chOff x="5099170" y="417450"/>
            <a:chExt cx="1019520" cy="10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E6C67FE8-338F-E4DE-49E7-6BF1778DBE9D}"/>
                    </a:ext>
                  </a:extLst>
                </p14:cNvPr>
                <p14:cNvContentPartPr/>
                <p14:nvPr/>
              </p14:nvContentPartPr>
              <p14:xfrm>
                <a:off x="5099170" y="513930"/>
                <a:ext cx="236880" cy="5713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E6C67FE8-338F-E4DE-49E7-6BF1778DBE9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93050" y="507810"/>
                  <a:ext cx="24912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6A28775F-D318-FFAC-217F-6FC626226DCC}"/>
                    </a:ext>
                  </a:extLst>
                </p14:cNvPr>
                <p14:cNvContentPartPr/>
                <p14:nvPr/>
              </p14:nvContentPartPr>
              <p14:xfrm>
                <a:off x="5460970" y="417450"/>
                <a:ext cx="207720" cy="1666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6A28775F-D318-FFAC-217F-6FC626226D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54850" y="411330"/>
                  <a:ext cx="219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051288AA-6A44-5C2C-7741-57875A775A5E}"/>
                    </a:ext>
                  </a:extLst>
                </p14:cNvPr>
                <p14:cNvContentPartPr/>
                <p14:nvPr/>
              </p14:nvContentPartPr>
              <p14:xfrm>
                <a:off x="5536570" y="425370"/>
                <a:ext cx="74160" cy="3610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051288AA-6A44-5C2C-7741-57875A775A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30450" y="419250"/>
                  <a:ext cx="864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62FE8530-629C-634C-B9EC-0279F9FB29FC}"/>
                    </a:ext>
                  </a:extLst>
                </p14:cNvPr>
                <p14:cNvContentPartPr/>
                <p14:nvPr/>
              </p14:nvContentPartPr>
              <p14:xfrm>
                <a:off x="5416330" y="740370"/>
                <a:ext cx="702360" cy="7264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62FE8530-629C-634C-B9EC-0279F9FB29F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10210" y="734250"/>
                  <a:ext cx="714600" cy="73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FB5F872-0522-F31D-8179-1DFD52B2ABE3}"/>
              </a:ext>
            </a:extLst>
          </p:cNvPr>
          <p:cNvGrpSpPr/>
          <p:nvPr/>
        </p:nvGrpSpPr>
        <p:grpSpPr>
          <a:xfrm>
            <a:off x="6470410" y="6330"/>
            <a:ext cx="5751360" cy="1453580"/>
            <a:chOff x="6470410" y="6330"/>
            <a:chExt cx="5751360" cy="14535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7D80F162-E392-194C-04CE-413EC5CB236B}"/>
                    </a:ext>
                  </a:extLst>
                </p14:cNvPr>
                <p14:cNvContentPartPr/>
                <p14:nvPr/>
              </p14:nvContentPartPr>
              <p14:xfrm>
                <a:off x="6470410" y="6330"/>
                <a:ext cx="5751360" cy="125208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7D80F162-E392-194C-04CE-413EC5CB23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64290" y="210"/>
                  <a:ext cx="5763600" cy="12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D06F4BBF-394F-7F89-5A75-8D1F4CBFD574}"/>
                    </a:ext>
                  </a:extLst>
                </p14:cNvPr>
                <p14:cNvContentPartPr/>
                <p14:nvPr/>
              </p14:nvContentPartPr>
              <p14:xfrm>
                <a:off x="8571730" y="120350"/>
                <a:ext cx="267480" cy="117468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D06F4BBF-394F-7F89-5A75-8D1F4CBFD5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65610" y="114230"/>
                  <a:ext cx="279720" cy="11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944F2670-17B9-C7D9-B7B0-C7755834F9CE}"/>
                    </a:ext>
                  </a:extLst>
                </p14:cNvPr>
                <p14:cNvContentPartPr/>
                <p14:nvPr/>
              </p14:nvContentPartPr>
              <p14:xfrm>
                <a:off x="9772690" y="152390"/>
                <a:ext cx="70200" cy="13075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944F2670-17B9-C7D9-B7B0-C7755834F9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766570" y="146270"/>
                  <a:ext cx="82440" cy="13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DE7A51B5-A548-A66E-8B15-C29408B14027}"/>
                    </a:ext>
                  </a:extLst>
                </p14:cNvPr>
                <p14:cNvContentPartPr/>
                <p14:nvPr/>
              </p14:nvContentPartPr>
              <p14:xfrm>
                <a:off x="7563370" y="88670"/>
                <a:ext cx="291600" cy="104724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DE7A51B5-A548-A66E-8B15-C29408B140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57250" y="82550"/>
                  <a:ext cx="303840" cy="10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6D9742E2-613C-91C0-E4B0-9D307C37548A}"/>
                    </a:ext>
                  </a:extLst>
                </p14:cNvPr>
                <p14:cNvContentPartPr/>
                <p14:nvPr/>
              </p14:nvContentPartPr>
              <p14:xfrm>
                <a:off x="6993130" y="152390"/>
                <a:ext cx="68040" cy="50292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6D9742E2-613C-91C0-E4B0-9D307C3754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87010" y="146270"/>
                  <a:ext cx="8028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AC6ACDE6-2B23-646A-19F2-C41E5AA5D327}"/>
                    </a:ext>
                  </a:extLst>
                </p14:cNvPr>
                <p14:cNvContentPartPr/>
                <p14:nvPr/>
              </p14:nvContentPartPr>
              <p14:xfrm>
                <a:off x="8246290" y="253910"/>
                <a:ext cx="536040" cy="4651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AC6ACDE6-2B23-646A-19F2-C41E5AA5D3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40170" y="247790"/>
                  <a:ext cx="5482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AA50C031-7577-C89F-E1AE-6A9FC2FF4621}"/>
                    </a:ext>
                  </a:extLst>
                </p14:cNvPr>
                <p14:cNvContentPartPr/>
                <p14:nvPr/>
              </p14:nvContentPartPr>
              <p14:xfrm>
                <a:off x="9319450" y="196670"/>
                <a:ext cx="350640" cy="8204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AA50C031-7577-C89F-E1AE-6A9FC2FF46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13330" y="190550"/>
                  <a:ext cx="36288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018D83F4-2041-0021-5A15-C3A3D3831A44}"/>
                    </a:ext>
                  </a:extLst>
                </p14:cNvPr>
                <p14:cNvContentPartPr/>
                <p14:nvPr/>
              </p14:nvContentPartPr>
              <p14:xfrm>
                <a:off x="11099650" y="69590"/>
                <a:ext cx="197280" cy="126180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018D83F4-2041-0021-5A15-C3A3D3831A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93530" y="63470"/>
                  <a:ext cx="209520" cy="12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ADD32770-6B84-31F4-FBA3-1EACF1B19E11}"/>
                    </a:ext>
                  </a:extLst>
                </p14:cNvPr>
                <p14:cNvContentPartPr/>
                <p14:nvPr/>
              </p14:nvContentPartPr>
              <p14:xfrm>
                <a:off x="10078690" y="431750"/>
                <a:ext cx="495000" cy="3304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ADD32770-6B84-31F4-FBA3-1EACF1B19E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72570" y="425630"/>
                  <a:ext cx="5072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27A31A2A-919E-9D28-06CD-1DB47C19816F}"/>
                    </a:ext>
                  </a:extLst>
                </p14:cNvPr>
                <p14:cNvContentPartPr/>
                <p14:nvPr/>
              </p14:nvContentPartPr>
              <p14:xfrm>
                <a:off x="10273450" y="558470"/>
                <a:ext cx="319320" cy="37548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27A31A2A-919E-9D28-06CD-1DB47C1981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67330" y="552350"/>
                  <a:ext cx="3315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25902A46-FFC1-C75D-0430-BDF2E88E0098}"/>
                    </a:ext>
                  </a:extLst>
                </p14:cNvPr>
                <p14:cNvContentPartPr/>
                <p14:nvPr/>
              </p14:nvContentPartPr>
              <p14:xfrm>
                <a:off x="11644330" y="342830"/>
                <a:ext cx="236880" cy="6692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25902A46-FFC1-C75D-0430-BDF2E88E00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38210" y="336710"/>
                  <a:ext cx="24912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33D4DFCC-F0B6-D1EF-F92A-CB1B040F39EC}"/>
                    </a:ext>
                  </a:extLst>
                </p14:cNvPr>
                <p14:cNvContentPartPr/>
                <p14:nvPr/>
              </p14:nvContentPartPr>
              <p14:xfrm>
                <a:off x="11626690" y="368030"/>
                <a:ext cx="285480" cy="327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33D4DFCC-F0B6-D1EF-F92A-CB1B040F39E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620570" y="361910"/>
                  <a:ext cx="297720" cy="4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043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6F6E6E-C19E-E783-7975-3372F8366BCA}"/>
              </a:ext>
            </a:extLst>
          </p:cNvPr>
          <p:cNvGrpSpPr/>
          <p:nvPr/>
        </p:nvGrpSpPr>
        <p:grpSpPr>
          <a:xfrm>
            <a:off x="202810" y="120450"/>
            <a:ext cx="2436840" cy="1099800"/>
            <a:chOff x="202810" y="120450"/>
            <a:chExt cx="2436840" cy="10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0B476A2C-0255-DE33-4B20-E600C004CC56}"/>
                    </a:ext>
                  </a:extLst>
                </p14:cNvPr>
                <p14:cNvContentPartPr/>
                <p14:nvPr/>
              </p14:nvContentPartPr>
              <p14:xfrm>
                <a:off x="342490" y="120450"/>
                <a:ext cx="57960" cy="6228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0B476A2C-0255-DE33-4B20-E600C004CC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6370" y="114330"/>
                  <a:ext cx="70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3B0EB960-EC0B-A549-A7B7-56F46C817E47}"/>
                    </a:ext>
                  </a:extLst>
                </p14:cNvPr>
                <p14:cNvContentPartPr/>
                <p14:nvPr/>
              </p14:nvContentPartPr>
              <p14:xfrm>
                <a:off x="202810" y="280290"/>
                <a:ext cx="279000" cy="4910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3B0EB960-EC0B-A549-A7B7-56F46C817E4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6690" y="274170"/>
                  <a:ext cx="2912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DA415C8D-980D-42D7-1402-BFA9C861A484}"/>
                    </a:ext>
                  </a:extLst>
                </p14:cNvPr>
                <p14:cNvContentPartPr/>
                <p14:nvPr/>
              </p14:nvContentPartPr>
              <p14:xfrm>
                <a:off x="495130" y="337170"/>
                <a:ext cx="422640" cy="954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DA415C8D-980D-42D7-1402-BFA9C861A4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9010" y="331050"/>
                  <a:ext cx="434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3078B8F1-B3A0-2697-A8D0-613C587B5C47}"/>
                    </a:ext>
                  </a:extLst>
                </p14:cNvPr>
                <p14:cNvContentPartPr/>
                <p14:nvPr/>
              </p14:nvContentPartPr>
              <p14:xfrm>
                <a:off x="888970" y="279210"/>
                <a:ext cx="235080" cy="73980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3078B8F1-B3A0-2697-A8D0-613C587B5C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2850" y="273090"/>
                  <a:ext cx="24732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54732F72-4388-5014-BAAF-436FC38EE93C}"/>
                    </a:ext>
                  </a:extLst>
                </p14:cNvPr>
                <p14:cNvContentPartPr/>
                <p14:nvPr/>
              </p14:nvContentPartPr>
              <p14:xfrm>
                <a:off x="1204690" y="285330"/>
                <a:ext cx="520560" cy="2016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54732F72-4388-5014-BAAF-436FC38EE9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98570" y="279210"/>
                  <a:ext cx="532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058B391E-A596-706E-945B-9D64FF485201}"/>
                    </a:ext>
                  </a:extLst>
                </p14:cNvPr>
                <p14:cNvContentPartPr/>
                <p14:nvPr/>
              </p14:nvContentPartPr>
              <p14:xfrm>
                <a:off x="1346170" y="316650"/>
                <a:ext cx="416520" cy="14040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058B391E-A596-706E-945B-9D64FF4852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40050" y="310530"/>
                  <a:ext cx="428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98636FC2-D1DA-719E-BFC6-7A326D587068}"/>
                    </a:ext>
                  </a:extLst>
                </p14:cNvPr>
                <p14:cNvContentPartPr/>
                <p14:nvPr/>
              </p14:nvContentPartPr>
              <p14:xfrm>
                <a:off x="1523650" y="190290"/>
                <a:ext cx="132120" cy="48168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98636FC2-D1DA-719E-BFC6-7A326D5870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17530" y="184170"/>
                  <a:ext cx="14436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8EE28981-26AE-D65F-A9FB-24C4949D0BFD}"/>
                    </a:ext>
                  </a:extLst>
                </p14:cNvPr>
                <p14:cNvContentPartPr/>
                <p14:nvPr/>
              </p14:nvContentPartPr>
              <p14:xfrm>
                <a:off x="1424650" y="526890"/>
                <a:ext cx="386280" cy="608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8EE28981-26AE-D65F-A9FB-24C4949D0B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18530" y="520770"/>
                  <a:ext cx="398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CCAE4C8-82B8-14C9-63F4-9B23576D114B}"/>
                    </a:ext>
                  </a:extLst>
                </p14:cNvPr>
                <p14:cNvContentPartPr/>
                <p14:nvPr/>
              </p14:nvContentPartPr>
              <p14:xfrm>
                <a:off x="1554610" y="692130"/>
                <a:ext cx="112320" cy="37152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CCAE4C8-82B8-14C9-63F4-9B23576D114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48490" y="686010"/>
                  <a:ext cx="1245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A951881E-5BB1-13B3-D452-0209F01F0FA2}"/>
                    </a:ext>
                  </a:extLst>
                </p14:cNvPr>
                <p14:cNvContentPartPr/>
                <p14:nvPr/>
              </p14:nvContentPartPr>
              <p14:xfrm>
                <a:off x="1434730" y="647130"/>
                <a:ext cx="479520" cy="57312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A951881E-5BB1-13B3-D452-0209F01F0F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28610" y="641010"/>
                  <a:ext cx="4917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B2A308B-E8A3-E9D5-5F04-83F1062AD0DE}"/>
                    </a:ext>
                  </a:extLst>
                </p14:cNvPr>
                <p14:cNvContentPartPr/>
                <p14:nvPr/>
              </p14:nvContentPartPr>
              <p14:xfrm>
                <a:off x="1949170" y="323850"/>
                <a:ext cx="388440" cy="31680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B2A308B-E8A3-E9D5-5F04-83F1062AD0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43050" y="317730"/>
                  <a:ext cx="4006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F3AE8B03-02D0-767A-7010-19BE829C7AF1}"/>
                    </a:ext>
                  </a:extLst>
                </p14:cNvPr>
                <p14:cNvContentPartPr/>
                <p14:nvPr/>
              </p14:nvContentPartPr>
              <p14:xfrm>
                <a:off x="1893010" y="520410"/>
                <a:ext cx="392760" cy="4312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F3AE8B03-02D0-767A-7010-19BE829C7A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86890" y="514290"/>
                  <a:ext cx="4050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BDFD898B-DAFD-0ECA-EA56-2C42235FD833}"/>
                    </a:ext>
                  </a:extLst>
                </p14:cNvPr>
                <p14:cNvContentPartPr/>
                <p14:nvPr/>
              </p14:nvContentPartPr>
              <p14:xfrm>
                <a:off x="1891930" y="793650"/>
                <a:ext cx="747720" cy="4057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BDFD898B-DAFD-0ECA-EA56-2C42235FD8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85810" y="787530"/>
                  <a:ext cx="759960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02BFF99-5A3B-BE7E-2A66-9BAFEE253C33}"/>
              </a:ext>
            </a:extLst>
          </p:cNvPr>
          <p:cNvGrpSpPr/>
          <p:nvPr/>
        </p:nvGrpSpPr>
        <p:grpSpPr>
          <a:xfrm>
            <a:off x="5270530" y="12350"/>
            <a:ext cx="6890760" cy="759960"/>
            <a:chOff x="5270530" y="12350"/>
            <a:chExt cx="6890760" cy="75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5E4E67FD-FAEF-6973-4524-CBD6A4A077B8}"/>
                    </a:ext>
                  </a:extLst>
                </p14:cNvPr>
                <p14:cNvContentPartPr/>
                <p14:nvPr/>
              </p14:nvContentPartPr>
              <p14:xfrm>
                <a:off x="5270530" y="31530"/>
                <a:ext cx="6890760" cy="6555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5E4E67FD-FAEF-6973-4524-CBD6A4A077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64410" y="25410"/>
                  <a:ext cx="690300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FE2CA85E-0496-BC73-7189-AE5103127ECA}"/>
                    </a:ext>
                  </a:extLst>
                </p14:cNvPr>
                <p14:cNvContentPartPr/>
                <p14:nvPr/>
              </p14:nvContentPartPr>
              <p14:xfrm>
                <a:off x="6894850" y="12450"/>
                <a:ext cx="45720" cy="42624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FE2CA85E-0496-BC73-7189-AE5103127E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88730" y="6330"/>
                  <a:ext cx="579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A37FFC6D-5A0F-F625-0C85-0B0828CADA9F}"/>
                    </a:ext>
                  </a:extLst>
                </p14:cNvPr>
                <p14:cNvContentPartPr/>
                <p14:nvPr/>
              </p14:nvContentPartPr>
              <p14:xfrm>
                <a:off x="6240730" y="139430"/>
                <a:ext cx="24840" cy="26172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A37FFC6D-5A0F-F625-0C85-0B0828CADA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34610" y="133310"/>
                  <a:ext cx="37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EC127F3A-2488-BF0C-F152-FE98BE0B40F6}"/>
                    </a:ext>
                  </a:extLst>
                </p14:cNvPr>
                <p14:cNvContentPartPr/>
                <p14:nvPr/>
              </p14:nvContentPartPr>
              <p14:xfrm>
                <a:off x="8299210" y="12350"/>
                <a:ext cx="108720" cy="6364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EC127F3A-2488-BF0C-F152-FE98BE0B40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93090" y="6230"/>
                  <a:ext cx="12096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55E6CE28-865C-FCD2-1F22-41675BC4B351}"/>
                    </a:ext>
                  </a:extLst>
                </p14:cNvPr>
                <p14:cNvContentPartPr/>
                <p14:nvPr/>
              </p14:nvContentPartPr>
              <p14:xfrm>
                <a:off x="7550050" y="215750"/>
                <a:ext cx="144720" cy="14832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55E6CE28-865C-FCD2-1F22-41675BC4B35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3930" y="209630"/>
                  <a:ext cx="156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FBF42605-2C2D-4D70-53E9-B412B2561700}"/>
                    </a:ext>
                  </a:extLst>
                </p14:cNvPr>
                <p14:cNvContentPartPr/>
                <p14:nvPr/>
              </p14:nvContentPartPr>
              <p14:xfrm>
                <a:off x="9429610" y="50510"/>
                <a:ext cx="195480" cy="72180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FBF42605-2C2D-4D70-53E9-B412B256170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23490" y="44390"/>
                  <a:ext cx="20772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1F6FEA44-EED3-EF3C-463B-C8B96A93374E}"/>
                    </a:ext>
                  </a:extLst>
                </p14:cNvPr>
                <p14:cNvContentPartPr/>
                <p14:nvPr/>
              </p14:nvContentPartPr>
              <p14:xfrm>
                <a:off x="8792050" y="196670"/>
                <a:ext cx="207360" cy="35100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1F6FEA44-EED3-EF3C-463B-C8B96A9337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85930" y="190550"/>
                  <a:ext cx="2196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5DCB8DDA-688C-8459-7906-23F1A38502D4}"/>
                    </a:ext>
                  </a:extLst>
                </p14:cNvPr>
                <p14:cNvContentPartPr/>
                <p14:nvPr/>
              </p14:nvContentPartPr>
              <p14:xfrm>
                <a:off x="10515370" y="44390"/>
                <a:ext cx="96840" cy="68904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5DCB8DDA-688C-8459-7906-23F1A38502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09250" y="38270"/>
                  <a:ext cx="10908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52184FD3-F22F-357B-3E0C-5A1946E163A8}"/>
                    </a:ext>
                  </a:extLst>
                </p14:cNvPr>
                <p14:cNvContentPartPr/>
                <p14:nvPr/>
              </p14:nvContentPartPr>
              <p14:xfrm>
                <a:off x="9822730" y="145910"/>
                <a:ext cx="289800" cy="1738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52184FD3-F22F-357B-3E0C-5A1946E163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16610" y="139790"/>
                  <a:ext cx="302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E8F7B14E-2342-361D-BBF4-F3C00B44D2DA}"/>
                    </a:ext>
                  </a:extLst>
                </p14:cNvPr>
                <p14:cNvContentPartPr/>
                <p14:nvPr/>
              </p14:nvContentPartPr>
              <p14:xfrm>
                <a:off x="10083010" y="291710"/>
                <a:ext cx="172080" cy="16020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E8F7B14E-2342-361D-BBF4-F3C00B44D2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76890" y="285590"/>
                  <a:ext cx="184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FE7322A3-5DC8-8A70-6F56-F06E121066CB}"/>
                    </a:ext>
                  </a:extLst>
                </p14:cNvPr>
                <p14:cNvContentPartPr/>
                <p14:nvPr/>
              </p14:nvContentPartPr>
              <p14:xfrm>
                <a:off x="11556850" y="12350"/>
                <a:ext cx="161640" cy="52704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FE7322A3-5DC8-8A70-6F56-F06E121066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550730" y="6230"/>
                  <a:ext cx="17388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A05B89D8-3151-D7B4-CF4A-7E7B13FB4112}"/>
                    </a:ext>
                  </a:extLst>
                </p14:cNvPr>
                <p14:cNvContentPartPr/>
                <p14:nvPr/>
              </p14:nvContentPartPr>
              <p14:xfrm>
                <a:off x="10946650" y="133310"/>
                <a:ext cx="363600" cy="3945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A05B89D8-3151-D7B4-CF4A-7E7B13FB411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40530" y="127190"/>
                  <a:ext cx="3758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0BD5FB94-6728-35D5-902A-025C0FF76612}"/>
                    </a:ext>
                  </a:extLst>
                </p14:cNvPr>
                <p14:cNvContentPartPr/>
                <p14:nvPr/>
              </p14:nvContentPartPr>
              <p14:xfrm>
                <a:off x="10947010" y="133310"/>
                <a:ext cx="383040" cy="7704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0BD5FB94-6728-35D5-902A-025C0FF766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40890" y="127190"/>
                  <a:ext cx="395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52548D24-84E3-9370-A096-50E9B39037E2}"/>
                    </a:ext>
                  </a:extLst>
                </p14:cNvPr>
                <p14:cNvContentPartPr/>
                <p14:nvPr/>
              </p14:nvContentPartPr>
              <p14:xfrm>
                <a:off x="10121530" y="164990"/>
                <a:ext cx="6840" cy="2217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52548D24-84E3-9370-A096-50E9B39037E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15410" y="158870"/>
                  <a:ext cx="19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187B8F62-BBB8-3766-09A4-C7FD6891D705}"/>
                    </a:ext>
                  </a:extLst>
                </p14:cNvPr>
                <p14:cNvContentPartPr/>
                <p14:nvPr/>
              </p14:nvContentPartPr>
              <p14:xfrm>
                <a:off x="10108930" y="272630"/>
                <a:ext cx="190080" cy="3240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187B8F62-BBB8-3766-09A4-C7FD6891D7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02810" y="266510"/>
                  <a:ext cx="202320" cy="4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811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A6C01E99-F098-F4B2-9F67-0375C320328C}"/>
              </a:ext>
            </a:extLst>
          </p:cNvPr>
          <p:cNvGrpSpPr/>
          <p:nvPr/>
        </p:nvGrpSpPr>
        <p:grpSpPr>
          <a:xfrm>
            <a:off x="780970" y="1155810"/>
            <a:ext cx="11122920" cy="4214880"/>
            <a:chOff x="780970" y="1155810"/>
            <a:chExt cx="11122920" cy="421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C7BC56DC-6A7E-3294-3A0E-ACF2B81AAE56}"/>
                    </a:ext>
                  </a:extLst>
                </p14:cNvPr>
                <p14:cNvContentPartPr/>
                <p14:nvPr/>
              </p14:nvContentPartPr>
              <p14:xfrm>
                <a:off x="780970" y="1453890"/>
                <a:ext cx="25920" cy="357696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C7BC56DC-6A7E-3294-3A0E-ACF2B81AAE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74850" y="1447770"/>
                  <a:ext cx="38160" cy="35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37792ABE-F1AA-010B-28DC-7D3F6CD40A15}"/>
                    </a:ext>
                  </a:extLst>
                </p14:cNvPr>
                <p14:cNvContentPartPr/>
                <p14:nvPr/>
              </p14:nvContentPartPr>
              <p14:xfrm>
                <a:off x="787090" y="1295490"/>
                <a:ext cx="6408000" cy="374364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37792ABE-F1AA-010B-28DC-7D3F6CD40A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0970" y="1289370"/>
                  <a:ext cx="6420240" cy="37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C44F475-1BDF-FC05-1EBC-014307E5963D}"/>
                    </a:ext>
                  </a:extLst>
                </p14:cNvPr>
                <p14:cNvContentPartPr/>
                <p14:nvPr/>
              </p14:nvContentPartPr>
              <p14:xfrm>
                <a:off x="1098490" y="5047410"/>
                <a:ext cx="6165360" cy="8424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C44F475-1BDF-FC05-1EBC-014307E596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2370" y="5041290"/>
                  <a:ext cx="6177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71A1A4C-B358-E3CD-500B-755F02CF8033}"/>
                    </a:ext>
                  </a:extLst>
                </p14:cNvPr>
                <p14:cNvContentPartPr/>
                <p14:nvPr/>
              </p14:nvContentPartPr>
              <p14:xfrm>
                <a:off x="2633530" y="1365330"/>
                <a:ext cx="136080" cy="35949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71A1A4C-B358-E3CD-500B-755F02CF80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7410" y="1359210"/>
                  <a:ext cx="148320" cy="36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4564449A-B75A-AD4F-1693-2BB7388B7B83}"/>
                    </a:ext>
                  </a:extLst>
                </p14:cNvPr>
                <p14:cNvContentPartPr/>
                <p14:nvPr/>
              </p14:nvContentPartPr>
              <p14:xfrm>
                <a:off x="5708290" y="1505010"/>
                <a:ext cx="95760" cy="35474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4564449A-B75A-AD4F-1693-2BB7388B7B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02170" y="1498890"/>
                  <a:ext cx="108000" cy="35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BB5C7AC4-0815-349A-0EFA-741A66FFA89A}"/>
                    </a:ext>
                  </a:extLst>
                </p14:cNvPr>
                <p14:cNvContentPartPr/>
                <p14:nvPr/>
              </p14:nvContentPartPr>
              <p14:xfrm>
                <a:off x="3273970" y="1472970"/>
                <a:ext cx="2880" cy="9504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BB5C7AC4-0815-349A-0EFA-741A66FFA8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67850" y="1466850"/>
                  <a:ext cx="15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5CE0D151-8ACC-DBF6-ABEF-5EE169FE2AF0}"/>
                    </a:ext>
                  </a:extLst>
                </p14:cNvPr>
                <p14:cNvContentPartPr/>
                <p14:nvPr/>
              </p14:nvContentPartPr>
              <p14:xfrm>
                <a:off x="3187570" y="1528770"/>
                <a:ext cx="201240" cy="3002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5CE0D151-8ACC-DBF6-ABEF-5EE169FE2A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81450" y="1522650"/>
                  <a:ext cx="2134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E2CEA47E-5110-97D8-84E4-E15737758666}"/>
                    </a:ext>
                  </a:extLst>
                </p14:cNvPr>
                <p14:cNvContentPartPr/>
                <p14:nvPr/>
              </p14:nvContentPartPr>
              <p14:xfrm>
                <a:off x="3554410" y="1479450"/>
                <a:ext cx="122400" cy="1404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E2CEA47E-5110-97D8-84E4-E157377586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48290" y="1473330"/>
                  <a:ext cx="134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FCB079BC-5CBE-769B-AEA7-432AB37D65F0}"/>
                    </a:ext>
                  </a:extLst>
                </p14:cNvPr>
                <p14:cNvContentPartPr/>
                <p14:nvPr/>
              </p14:nvContentPartPr>
              <p14:xfrm>
                <a:off x="3549730" y="1650810"/>
                <a:ext cx="50040" cy="3438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FCB079BC-5CBE-769B-AEA7-432AB37D65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43610" y="1644690"/>
                  <a:ext cx="622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1EAED3B0-1A57-B484-D9E1-73C2D59E2506}"/>
                    </a:ext>
                  </a:extLst>
                </p14:cNvPr>
                <p14:cNvContentPartPr/>
                <p14:nvPr/>
              </p14:nvContentPartPr>
              <p14:xfrm>
                <a:off x="3695530" y="1492050"/>
                <a:ext cx="196560" cy="21600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1EAED3B0-1A57-B484-D9E1-73C2D59E25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89410" y="1485930"/>
                  <a:ext cx="208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5A10711C-D17F-FA8B-BEB6-45434E391446}"/>
                    </a:ext>
                  </a:extLst>
                </p14:cNvPr>
                <p14:cNvContentPartPr/>
                <p14:nvPr/>
              </p14:nvContentPartPr>
              <p14:xfrm>
                <a:off x="3733690" y="1807770"/>
                <a:ext cx="176040" cy="468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5A10711C-D17F-FA8B-BEB6-45434E39144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7570" y="1801650"/>
                  <a:ext cx="188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E8055FEE-6892-62AE-C871-AE77B9457EB6}"/>
                    </a:ext>
                  </a:extLst>
                </p14:cNvPr>
                <p14:cNvContentPartPr/>
                <p14:nvPr/>
              </p14:nvContentPartPr>
              <p14:xfrm>
                <a:off x="3777970" y="1845930"/>
                <a:ext cx="87120" cy="7200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E8055FEE-6892-62AE-C871-AE77B9457E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71850" y="1839810"/>
                  <a:ext cx="99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798D606-539C-BB85-8C7C-B9C475DA2001}"/>
                    </a:ext>
                  </a:extLst>
                </p14:cNvPr>
                <p14:cNvContentPartPr/>
                <p14:nvPr/>
              </p14:nvContentPartPr>
              <p14:xfrm>
                <a:off x="3781570" y="1739730"/>
                <a:ext cx="227160" cy="2628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798D606-539C-BB85-8C7C-B9C475DA20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75450" y="1733610"/>
                  <a:ext cx="2394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332CE6CE-8D12-DC7D-7C54-069323454E53}"/>
                    </a:ext>
                  </a:extLst>
                </p14:cNvPr>
                <p14:cNvContentPartPr/>
                <p14:nvPr/>
              </p14:nvContentPartPr>
              <p14:xfrm>
                <a:off x="1074010" y="1352370"/>
                <a:ext cx="158040" cy="2354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332CE6CE-8D12-DC7D-7C54-069323454E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7890" y="1346250"/>
                  <a:ext cx="170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C6CB72C5-091F-8F5D-022B-D96BF428A89F}"/>
                    </a:ext>
                  </a:extLst>
                </p14:cNvPr>
                <p14:cNvContentPartPr/>
                <p14:nvPr/>
              </p14:nvContentPartPr>
              <p14:xfrm>
                <a:off x="1200010" y="1422210"/>
                <a:ext cx="32760" cy="4446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C6CB72C5-091F-8F5D-022B-D96BF428A89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93890" y="1416090"/>
                  <a:ext cx="450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57CBF91F-2B2C-B0AF-A827-5D04F7496F33}"/>
                    </a:ext>
                  </a:extLst>
                </p14:cNvPr>
                <p14:cNvContentPartPr/>
                <p14:nvPr/>
              </p14:nvContentPartPr>
              <p14:xfrm>
                <a:off x="1358410" y="1428690"/>
                <a:ext cx="152280" cy="14868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57CBF91F-2B2C-B0AF-A827-5D04F7496F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52290" y="1422570"/>
                  <a:ext cx="164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ADD8073E-A20E-B335-57AA-179C26EF7D5E}"/>
                    </a:ext>
                  </a:extLst>
                </p14:cNvPr>
                <p14:cNvContentPartPr/>
                <p14:nvPr/>
              </p14:nvContentPartPr>
              <p14:xfrm>
                <a:off x="1419610" y="1561890"/>
                <a:ext cx="397080" cy="32472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ADD8073E-A20E-B335-57AA-179C26EF7D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13490" y="1555770"/>
                  <a:ext cx="4093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F6445F1D-859F-3956-0CB8-78D145FF1ACA}"/>
                    </a:ext>
                  </a:extLst>
                </p14:cNvPr>
                <p14:cNvContentPartPr/>
                <p14:nvPr/>
              </p14:nvContentPartPr>
              <p14:xfrm>
                <a:off x="1767010" y="1377930"/>
                <a:ext cx="214200" cy="1897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F6445F1D-859F-3956-0CB8-78D145FF1A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60890" y="1371810"/>
                  <a:ext cx="226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5091E5D2-4DBA-EB3D-985F-22AE3EC4FDC6}"/>
                    </a:ext>
                  </a:extLst>
                </p14:cNvPr>
                <p14:cNvContentPartPr/>
                <p14:nvPr/>
              </p14:nvContentPartPr>
              <p14:xfrm>
                <a:off x="1759450" y="1453890"/>
                <a:ext cx="298080" cy="1908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5091E5D2-4DBA-EB3D-985F-22AE3EC4FDC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53330" y="1447770"/>
                  <a:ext cx="310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817A73A0-7D13-AAE3-7DA4-A26F749CF578}"/>
                    </a:ext>
                  </a:extLst>
                </p14:cNvPr>
                <p14:cNvContentPartPr/>
                <p14:nvPr/>
              </p14:nvContentPartPr>
              <p14:xfrm>
                <a:off x="1796890" y="1752690"/>
                <a:ext cx="210960" cy="22320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817A73A0-7D13-AAE3-7DA4-A26F749CF5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90770" y="1746570"/>
                  <a:ext cx="223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F88B085D-2316-B882-3BF8-A0315BFD1564}"/>
                    </a:ext>
                  </a:extLst>
                </p14:cNvPr>
                <p14:cNvContentPartPr/>
                <p14:nvPr/>
              </p14:nvContentPartPr>
              <p14:xfrm>
                <a:off x="1836130" y="1790490"/>
                <a:ext cx="69120" cy="2224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F88B085D-2316-B882-3BF8-A0315BFD15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30010" y="1784370"/>
                  <a:ext cx="813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E4B6DA75-B177-EC82-D9FC-AA4234C39EF5}"/>
                    </a:ext>
                  </a:extLst>
                </p14:cNvPr>
                <p14:cNvContentPartPr/>
                <p14:nvPr/>
              </p14:nvContentPartPr>
              <p14:xfrm>
                <a:off x="5924290" y="1638210"/>
                <a:ext cx="36000" cy="2512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E4B6DA75-B177-EC82-D9FC-AA4234C39E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18170" y="1632090"/>
                  <a:ext cx="48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11F95E8D-1937-0B9A-9A56-B6E618A437BA}"/>
                    </a:ext>
                  </a:extLst>
                </p14:cNvPr>
                <p14:cNvContentPartPr/>
                <p14:nvPr/>
              </p14:nvContentPartPr>
              <p14:xfrm>
                <a:off x="5911690" y="1561890"/>
                <a:ext cx="305280" cy="37008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11F95E8D-1937-0B9A-9A56-B6E618A437B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05570" y="1555770"/>
                  <a:ext cx="3175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82C02C6B-317B-7788-31DB-242ACBAC019B}"/>
                    </a:ext>
                  </a:extLst>
                </p14:cNvPr>
                <p14:cNvContentPartPr/>
                <p14:nvPr/>
              </p14:nvContentPartPr>
              <p14:xfrm>
                <a:off x="6070450" y="1790490"/>
                <a:ext cx="133200" cy="5508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82C02C6B-317B-7788-31DB-242ACBAC01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64330" y="1784370"/>
                  <a:ext cx="145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6B524E00-0A16-C38D-4E3D-0FE04D4720EE}"/>
                    </a:ext>
                  </a:extLst>
                </p14:cNvPr>
                <p14:cNvContentPartPr/>
                <p14:nvPr/>
              </p14:nvContentPartPr>
              <p14:xfrm>
                <a:off x="6007090" y="1687890"/>
                <a:ext cx="588960" cy="2300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6B524E00-0A16-C38D-4E3D-0FE04D4720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00970" y="1681770"/>
                  <a:ext cx="601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D54508ED-FD0A-F3E2-4DAA-E5C5D30EE91D}"/>
                    </a:ext>
                  </a:extLst>
                </p14:cNvPr>
                <p14:cNvContentPartPr/>
                <p14:nvPr/>
              </p14:nvContentPartPr>
              <p14:xfrm>
                <a:off x="6518650" y="1568370"/>
                <a:ext cx="116640" cy="56736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D54508ED-FD0A-F3E2-4DAA-E5C5D30EE9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12530" y="1562250"/>
                  <a:ext cx="12888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D31A6B9F-66DF-9223-6422-1B78722823A6}"/>
                    </a:ext>
                  </a:extLst>
                </p14:cNvPr>
                <p14:cNvContentPartPr/>
                <p14:nvPr/>
              </p14:nvContentPartPr>
              <p14:xfrm>
                <a:off x="6438730" y="1885530"/>
                <a:ext cx="323640" cy="640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D31A6B9F-66DF-9223-6422-1B78722823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32610" y="1879410"/>
                  <a:ext cx="335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7BC35F34-DA87-FD8A-9CBA-1A2D8E570E0A}"/>
                    </a:ext>
                  </a:extLst>
                </p14:cNvPr>
                <p14:cNvContentPartPr/>
                <p14:nvPr/>
              </p14:nvContentPartPr>
              <p14:xfrm>
                <a:off x="7746610" y="1435170"/>
                <a:ext cx="165960" cy="33429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7BC35F34-DA87-FD8A-9CBA-1A2D8E570E0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40490" y="1429050"/>
                  <a:ext cx="178200" cy="33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FE67C66E-F6AD-B334-522D-C8B412158A4A}"/>
                    </a:ext>
                  </a:extLst>
                </p14:cNvPr>
                <p14:cNvContentPartPr/>
                <p14:nvPr/>
              </p14:nvContentPartPr>
              <p14:xfrm>
                <a:off x="7753090" y="1155810"/>
                <a:ext cx="4026240" cy="421488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FE67C66E-F6AD-B334-522D-C8B412158A4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46970" y="1149690"/>
                  <a:ext cx="4038480" cy="42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48A626E6-01B6-3076-9696-1D142F0B9DBC}"/>
                    </a:ext>
                  </a:extLst>
                </p14:cNvPr>
                <p14:cNvContentPartPr/>
                <p14:nvPr/>
              </p14:nvContentPartPr>
              <p14:xfrm>
                <a:off x="7930930" y="4984050"/>
                <a:ext cx="3972960" cy="18576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48A626E6-01B6-3076-9696-1D142F0B9D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24810" y="4977930"/>
                  <a:ext cx="3985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63625957-3B4D-995E-C9CE-6B80F1DDA041}"/>
                    </a:ext>
                  </a:extLst>
                </p14:cNvPr>
                <p14:cNvContentPartPr/>
                <p14:nvPr/>
              </p14:nvContentPartPr>
              <p14:xfrm>
                <a:off x="8318290" y="2982090"/>
                <a:ext cx="600120" cy="345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63625957-3B4D-995E-C9CE-6B80F1DDA04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12170" y="2975970"/>
                  <a:ext cx="612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8FF4A533-2C8D-8C3A-303C-EA70349D64FF}"/>
                    </a:ext>
                  </a:extLst>
                </p14:cNvPr>
                <p14:cNvContentPartPr/>
                <p14:nvPr/>
              </p14:nvContentPartPr>
              <p14:xfrm>
                <a:off x="8716810" y="2819370"/>
                <a:ext cx="48240" cy="8823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8FF4A533-2C8D-8C3A-303C-EA70349D64F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10690" y="2813250"/>
                  <a:ext cx="6048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9248FFEA-6E8B-846C-0E2E-B65E78C42323}"/>
                    </a:ext>
                  </a:extLst>
                </p14:cNvPr>
                <p14:cNvContentPartPr/>
                <p14:nvPr/>
              </p14:nvContentPartPr>
              <p14:xfrm>
                <a:off x="8561290" y="3054450"/>
                <a:ext cx="55800" cy="18216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9248FFEA-6E8B-846C-0E2E-B65E78C423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55170" y="3048330"/>
                  <a:ext cx="68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94D7DE3F-1354-EA31-39DF-876A334964D0}"/>
                    </a:ext>
                  </a:extLst>
                </p14:cNvPr>
                <p14:cNvContentPartPr/>
                <p14:nvPr/>
              </p14:nvContentPartPr>
              <p14:xfrm>
                <a:off x="8781970" y="3136890"/>
                <a:ext cx="235800" cy="3160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94D7DE3F-1354-EA31-39DF-876A334964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75850" y="3130770"/>
                  <a:ext cx="2480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9C2ED379-8921-B7E0-D2EA-ECB8F2EF760B}"/>
                    </a:ext>
                  </a:extLst>
                </p14:cNvPr>
                <p14:cNvContentPartPr/>
                <p14:nvPr/>
              </p14:nvContentPartPr>
              <p14:xfrm>
                <a:off x="9213610" y="3041490"/>
                <a:ext cx="432720" cy="4989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9C2ED379-8921-B7E0-D2EA-ECB8F2EF76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07490" y="3035370"/>
                  <a:ext cx="4449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CB5B607D-0E02-5286-FE9E-A0392546D8E9}"/>
                    </a:ext>
                  </a:extLst>
                </p14:cNvPr>
                <p14:cNvContentPartPr/>
                <p14:nvPr/>
              </p14:nvContentPartPr>
              <p14:xfrm>
                <a:off x="9962770" y="2660610"/>
                <a:ext cx="45000" cy="9504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CB5B607D-0E02-5286-FE9E-A0392546D8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56650" y="2654490"/>
                  <a:ext cx="57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1B6A2F2C-FF00-331A-0706-1F78A2EE412F}"/>
                    </a:ext>
                  </a:extLst>
                </p14:cNvPr>
                <p14:cNvContentPartPr/>
                <p14:nvPr/>
              </p14:nvContentPartPr>
              <p14:xfrm>
                <a:off x="10098490" y="2698770"/>
                <a:ext cx="76320" cy="2066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1B6A2F2C-FF00-331A-0706-1F78A2EE412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092370" y="2692650"/>
                  <a:ext cx="88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2E10853B-78D9-167B-9828-F7EC4D8A2A6A}"/>
                    </a:ext>
                  </a:extLst>
                </p14:cNvPr>
                <p14:cNvContentPartPr/>
                <p14:nvPr/>
              </p14:nvContentPartPr>
              <p14:xfrm>
                <a:off x="10324570" y="2743050"/>
                <a:ext cx="95760" cy="14544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2E10853B-78D9-167B-9828-F7EC4D8A2A6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18450" y="2736930"/>
                  <a:ext cx="108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E9C1B8A6-FDF0-648C-5DB4-11CED1463C84}"/>
                    </a:ext>
                  </a:extLst>
                </p14:cNvPr>
                <p14:cNvContentPartPr/>
                <p14:nvPr/>
              </p14:nvContentPartPr>
              <p14:xfrm>
                <a:off x="10020370" y="3027450"/>
                <a:ext cx="441360" cy="525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E9C1B8A6-FDF0-648C-5DB4-11CED1463C8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14250" y="3021330"/>
                  <a:ext cx="453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DCA047FF-76B0-97D0-6B6B-201CB3BFA2B3}"/>
                    </a:ext>
                  </a:extLst>
                </p14:cNvPr>
                <p14:cNvContentPartPr/>
                <p14:nvPr/>
              </p14:nvContentPartPr>
              <p14:xfrm>
                <a:off x="9992290" y="3035010"/>
                <a:ext cx="426240" cy="2163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DCA047FF-76B0-97D0-6B6B-201CB3BFA2B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986170" y="3028890"/>
                  <a:ext cx="438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76726B7F-AC30-61D8-75AB-506F503FA83F}"/>
                    </a:ext>
                  </a:extLst>
                </p14:cNvPr>
                <p14:cNvContentPartPr/>
                <p14:nvPr/>
              </p14:nvContentPartPr>
              <p14:xfrm>
                <a:off x="9836050" y="2971650"/>
                <a:ext cx="686160" cy="65340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76726B7F-AC30-61D8-75AB-506F503FA83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9930" y="2965530"/>
                  <a:ext cx="6984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ADF44F6C-8F05-BE40-2ED2-87FDE40A90B7}"/>
                    </a:ext>
                  </a:extLst>
                </p14:cNvPr>
                <p14:cNvContentPartPr/>
                <p14:nvPr/>
              </p14:nvContentPartPr>
              <p14:xfrm>
                <a:off x="9988330" y="3592290"/>
                <a:ext cx="155520" cy="11448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ADF44F6C-8F05-BE40-2ED2-87FDE40A90B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82210" y="3586170"/>
                  <a:ext cx="167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077C4F86-85AF-F468-11E3-71AAE7178D29}"/>
                    </a:ext>
                  </a:extLst>
                </p14:cNvPr>
                <p14:cNvContentPartPr/>
                <p14:nvPr/>
              </p14:nvContentPartPr>
              <p14:xfrm>
                <a:off x="10400890" y="3428850"/>
                <a:ext cx="32760" cy="1882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077C4F86-85AF-F468-11E3-71AAE7178D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94770" y="3422730"/>
                  <a:ext cx="45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9BE96459-8AC7-C7D6-2504-E87C5FB03BBF}"/>
                    </a:ext>
                  </a:extLst>
                </p14:cNvPr>
                <p14:cNvContentPartPr/>
                <p14:nvPr/>
              </p14:nvContentPartPr>
              <p14:xfrm>
                <a:off x="10356250" y="3460530"/>
                <a:ext cx="266400" cy="19728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9BE96459-8AC7-C7D6-2504-E87C5FB03BB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50130" y="3454410"/>
                  <a:ext cx="278640" cy="20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0624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7621712-FCB0-FB45-DAB1-474E96BC5BC2}"/>
              </a:ext>
            </a:extLst>
          </p:cNvPr>
          <p:cNvGrpSpPr/>
          <p:nvPr/>
        </p:nvGrpSpPr>
        <p:grpSpPr>
          <a:xfrm>
            <a:off x="469570" y="279210"/>
            <a:ext cx="10521720" cy="6019200"/>
            <a:chOff x="469570" y="279210"/>
            <a:chExt cx="10521720" cy="601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D764F472-F95D-04E7-75C7-92BA4F91F666}"/>
                    </a:ext>
                  </a:extLst>
                </p14:cNvPr>
                <p14:cNvContentPartPr/>
                <p14:nvPr/>
              </p14:nvContentPartPr>
              <p14:xfrm>
                <a:off x="469570" y="444450"/>
                <a:ext cx="70560" cy="38052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D764F472-F95D-04E7-75C7-92BA4F91F6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3450" y="438330"/>
                  <a:ext cx="828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2D9C6965-6A0F-CDB3-98A0-BAC8466D5511}"/>
                    </a:ext>
                  </a:extLst>
                </p14:cNvPr>
                <p14:cNvContentPartPr/>
                <p14:nvPr/>
              </p14:nvContentPartPr>
              <p14:xfrm>
                <a:off x="577570" y="279210"/>
                <a:ext cx="916920" cy="47124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2D9C6965-6A0F-CDB3-98A0-BAC8466D55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1450" y="273090"/>
                  <a:ext cx="9291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3962B22E-8F4D-DCE0-06E7-F6703CFF3B5A}"/>
                    </a:ext>
                  </a:extLst>
                </p14:cNvPr>
                <p14:cNvContentPartPr/>
                <p14:nvPr/>
              </p14:nvContentPartPr>
              <p14:xfrm>
                <a:off x="691690" y="552450"/>
                <a:ext cx="544680" cy="3960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3962B22E-8F4D-DCE0-06E7-F6703CFF3B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570" y="546330"/>
                  <a:ext cx="556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24CA207-B896-B8E1-89DB-06464F4EF010}"/>
                    </a:ext>
                  </a:extLst>
                </p14:cNvPr>
                <p14:cNvContentPartPr/>
                <p14:nvPr/>
              </p14:nvContentPartPr>
              <p14:xfrm>
                <a:off x="825250" y="848730"/>
                <a:ext cx="579240" cy="18000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24CA207-B896-B8E1-89DB-06464F4EF0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9130" y="842610"/>
                  <a:ext cx="591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852C24EB-51C6-19DE-BC32-1FF3BD78DF9F}"/>
                    </a:ext>
                  </a:extLst>
                </p14:cNvPr>
                <p14:cNvContentPartPr/>
                <p14:nvPr/>
              </p14:nvContentPartPr>
              <p14:xfrm>
                <a:off x="807250" y="609330"/>
                <a:ext cx="411840" cy="5223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852C24EB-51C6-19DE-BC32-1FF3BD78DF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1130" y="603210"/>
                  <a:ext cx="4240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D5440B61-EED6-33F4-0664-DD49F8B611E8}"/>
                    </a:ext>
                  </a:extLst>
                </p14:cNvPr>
                <p14:cNvContentPartPr/>
                <p14:nvPr/>
              </p14:nvContentPartPr>
              <p14:xfrm>
                <a:off x="1079050" y="1111170"/>
                <a:ext cx="731880" cy="3427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D5440B61-EED6-33F4-0664-DD49F8B611E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2930" y="1105050"/>
                  <a:ext cx="7441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0D43682-1EAA-8432-6235-D4A9CC6C2740}"/>
                    </a:ext>
                  </a:extLst>
                </p14:cNvPr>
                <p14:cNvContentPartPr/>
                <p14:nvPr/>
              </p14:nvContentPartPr>
              <p14:xfrm>
                <a:off x="1314130" y="1422210"/>
                <a:ext cx="145800" cy="2156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20D43682-1EAA-8432-6235-D4A9CC6C27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8010" y="1416090"/>
                  <a:ext cx="158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60C006F-DEB7-6110-AE62-EAD32467D9CE}"/>
                    </a:ext>
                  </a:extLst>
                </p14:cNvPr>
                <p14:cNvContentPartPr/>
                <p14:nvPr/>
              </p14:nvContentPartPr>
              <p14:xfrm>
                <a:off x="2101450" y="621930"/>
                <a:ext cx="474480" cy="10328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60C006F-DEB7-6110-AE62-EAD32467D9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95330" y="615810"/>
                  <a:ext cx="486720" cy="10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23D93A6A-5CB2-A37B-1825-31B0AF5CB5D3}"/>
                    </a:ext>
                  </a:extLst>
                </p14:cNvPr>
                <p14:cNvContentPartPr/>
                <p14:nvPr/>
              </p14:nvContentPartPr>
              <p14:xfrm>
                <a:off x="2076250" y="761970"/>
                <a:ext cx="1562760" cy="97200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23D93A6A-5CB2-A37B-1825-31B0AF5CB5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70130" y="755850"/>
                  <a:ext cx="1575000" cy="9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F658D7FD-1C62-6236-530D-079CBB2F1A0E}"/>
                    </a:ext>
                  </a:extLst>
                </p14:cNvPr>
                <p14:cNvContentPartPr/>
                <p14:nvPr/>
              </p14:nvContentPartPr>
              <p14:xfrm>
                <a:off x="2362090" y="958530"/>
                <a:ext cx="68400" cy="3988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F658D7FD-1C62-6236-530D-079CBB2F1A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55970" y="952410"/>
                  <a:ext cx="806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FB2410CB-CE73-468B-3127-E2CE8A997E17}"/>
                    </a:ext>
                  </a:extLst>
                </p14:cNvPr>
                <p14:cNvContentPartPr/>
                <p14:nvPr/>
              </p14:nvContentPartPr>
              <p14:xfrm>
                <a:off x="2857450" y="990570"/>
                <a:ext cx="180720" cy="5090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FB2410CB-CE73-468B-3127-E2CE8A997E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51330" y="984450"/>
                  <a:ext cx="19296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9E6B1E12-4096-4BB4-F8E7-F72A83A026AB}"/>
                    </a:ext>
                  </a:extLst>
                </p14:cNvPr>
                <p14:cNvContentPartPr/>
                <p14:nvPr/>
              </p14:nvContentPartPr>
              <p14:xfrm>
                <a:off x="2406370" y="1104330"/>
                <a:ext cx="259920" cy="1850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9E6B1E12-4096-4BB4-F8E7-F72A83A026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00250" y="1098210"/>
                  <a:ext cx="272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52621B26-858B-D0B7-DA77-E870323C82EF}"/>
                    </a:ext>
                  </a:extLst>
                </p14:cNvPr>
                <p14:cNvContentPartPr/>
                <p14:nvPr/>
              </p14:nvContentPartPr>
              <p14:xfrm>
                <a:off x="2393770" y="1430850"/>
                <a:ext cx="1437480" cy="15696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52621B26-858B-D0B7-DA77-E870323C82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87650" y="1424730"/>
                  <a:ext cx="1449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761C3A58-B584-6591-BEC1-DC72DBACEF89}"/>
                    </a:ext>
                  </a:extLst>
                </p14:cNvPr>
                <p14:cNvContentPartPr/>
                <p14:nvPr/>
              </p14:nvContentPartPr>
              <p14:xfrm>
                <a:off x="4284490" y="520410"/>
                <a:ext cx="98640" cy="2901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761C3A58-B584-6591-BEC1-DC72DBACEF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78370" y="514290"/>
                  <a:ext cx="1108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37588954-EBDC-46EE-7D9E-E21C036F573E}"/>
                    </a:ext>
                  </a:extLst>
                </p14:cNvPr>
                <p14:cNvContentPartPr/>
                <p14:nvPr/>
              </p14:nvContentPartPr>
              <p14:xfrm>
                <a:off x="4089370" y="881850"/>
                <a:ext cx="426240" cy="66672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37588954-EBDC-46EE-7D9E-E21C036F57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83250" y="875730"/>
                  <a:ext cx="43848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A98217BA-02DC-A32C-73F8-BADDB5B56108}"/>
                    </a:ext>
                  </a:extLst>
                </p14:cNvPr>
                <p14:cNvContentPartPr/>
                <p14:nvPr/>
              </p14:nvContentPartPr>
              <p14:xfrm>
                <a:off x="4717570" y="565050"/>
                <a:ext cx="20520" cy="4946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A98217BA-02DC-A32C-73F8-BADDB5B561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11450" y="558930"/>
                  <a:ext cx="3276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65FC9A01-F3CF-A556-E636-15BA9700D108}"/>
                    </a:ext>
                  </a:extLst>
                </p14:cNvPr>
                <p14:cNvContentPartPr/>
                <p14:nvPr/>
              </p14:nvContentPartPr>
              <p14:xfrm>
                <a:off x="4908370" y="641010"/>
                <a:ext cx="128880" cy="31248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65FC9A01-F3CF-A556-E636-15BA9700D10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02250" y="634890"/>
                  <a:ext cx="1411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07B0145-9DC1-6C82-B964-DC305CF1F569}"/>
                    </a:ext>
                  </a:extLst>
                </p14:cNvPr>
                <p14:cNvContentPartPr/>
                <p14:nvPr/>
              </p14:nvContentPartPr>
              <p14:xfrm>
                <a:off x="4482490" y="1047810"/>
                <a:ext cx="560160" cy="45180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07B0145-9DC1-6C82-B964-DC305CF1F56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76370" y="1041690"/>
                  <a:ext cx="57240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35DA9D87-1B0B-A945-1207-4850DC472E40}"/>
                    </a:ext>
                  </a:extLst>
                </p14:cNvPr>
                <p14:cNvContentPartPr/>
                <p14:nvPr/>
              </p14:nvContentPartPr>
              <p14:xfrm>
                <a:off x="4413010" y="1320330"/>
                <a:ext cx="1007640" cy="3945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35DA9D87-1B0B-A945-1207-4850DC472E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06890" y="1314210"/>
                  <a:ext cx="1019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78AC452-3F93-9C01-8D4D-F4BADCC273DD}"/>
                    </a:ext>
                  </a:extLst>
                </p14:cNvPr>
                <p14:cNvContentPartPr/>
                <p14:nvPr/>
              </p14:nvContentPartPr>
              <p14:xfrm>
                <a:off x="5359450" y="634890"/>
                <a:ext cx="285120" cy="10364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78AC452-3F93-9C01-8D4D-F4BADCC273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53330" y="628770"/>
                  <a:ext cx="297360" cy="10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71C2C8EF-AA0C-54BC-1FB6-208624818FD2}"/>
                    </a:ext>
                  </a:extLst>
                </p14:cNvPr>
                <p14:cNvContentPartPr/>
                <p14:nvPr/>
              </p14:nvContentPartPr>
              <p14:xfrm>
                <a:off x="5797570" y="1106130"/>
                <a:ext cx="610920" cy="8208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71C2C8EF-AA0C-54BC-1FB6-208624818FD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91450" y="1100010"/>
                  <a:ext cx="623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FF1D5294-82F2-7891-660F-F0B4FC864D5B}"/>
                    </a:ext>
                  </a:extLst>
                </p14:cNvPr>
                <p14:cNvContentPartPr/>
                <p14:nvPr/>
              </p14:nvContentPartPr>
              <p14:xfrm>
                <a:off x="6349810" y="895170"/>
                <a:ext cx="171720" cy="9648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FF1D5294-82F2-7891-660F-F0B4FC864D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43690" y="889050"/>
                  <a:ext cx="183960" cy="9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C7FE69A6-0518-B097-A52E-235D159BA2BB}"/>
                    </a:ext>
                  </a:extLst>
                </p14:cNvPr>
                <p14:cNvContentPartPr/>
                <p14:nvPr/>
              </p14:nvContentPartPr>
              <p14:xfrm>
                <a:off x="1828570" y="2304930"/>
                <a:ext cx="235800" cy="20919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C7FE69A6-0518-B097-A52E-235D159BA2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22450" y="2298810"/>
                  <a:ext cx="248040" cy="21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62214CA1-30E4-B66D-C825-908E0FF70E7C}"/>
                    </a:ext>
                  </a:extLst>
                </p14:cNvPr>
                <p14:cNvContentPartPr/>
                <p14:nvPr/>
              </p14:nvContentPartPr>
              <p14:xfrm>
                <a:off x="2235010" y="2062650"/>
                <a:ext cx="8611920" cy="42357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62214CA1-30E4-B66D-C825-908E0FF70E7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28890" y="2056530"/>
                  <a:ext cx="8624160" cy="42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786A1830-23FA-62DF-7E13-500199D63E73}"/>
                    </a:ext>
                  </a:extLst>
                </p14:cNvPr>
                <p14:cNvContentPartPr/>
                <p14:nvPr/>
              </p14:nvContentPartPr>
              <p14:xfrm>
                <a:off x="1961050" y="3974970"/>
                <a:ext cx="9030240" cy="21340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786A1830-23FA-62DF-7E13-500199D63E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54930" y="3968850"/>
                  <a:ext cx="9042480" cy="21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CF3BFA24-EDD8-9712-87C9-984B398339E5}"/>
                    </a:ext>
                  </a:extLst>
                </p14:cNvPr>
                <p14:cNvContentPartPr/>
                <p14:nvPr/>
              </p14:nvContentPartPr>
              <p14:xfrm>
                <a:off x="6032290" y="2336610"/>
                <a:ext cx="68760" cy="34430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CF3BFA24-EDD8-9712-87C9-984B398339E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26170" y="2330490"/>
                  <a:ext cx="81000" cy="345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8804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彦成 朱</dc:creator>
  <cp:lastModifiedBy>彦成 朱</cp:lastModifiedBy>
  <cp:revision>2</cp:revision>
  <dcterms:created xsi:type="dcterms:W3CDTF">2026-05-14T09:34:14Z</dcterms:created>
  <dcterms:modified xsi:type="dcterms:W3CDTF">2026-05-14T09:47:38Z</dcterms:modified>
</cp:coreProperties>
</file>